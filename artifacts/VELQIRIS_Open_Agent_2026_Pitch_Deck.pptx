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e1b168dd684f43" /><Relationship Type="http://schemas.openxmlformats.org/officeDocument/2006/relationships/extended-properties" Target="/docProps/app.xml" Id="Rd8df1e2c5d3448cd" /><Relationship Type="http://schemas.openxmlformats.org/officeDocument/2006/relationships/officeDocument" Target="/ppt/presentation.xml" Id="Rc6fa06ce65774f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4373225f2c4f66"/>
  </p:sldMasterIdLst>
  <p:notesMasterIdLst>
    <p:notesMasterId xmlns:r="http://schemas.openxmlformats.org/officeDocument/2006/relationships" r:id="R65936c33da644f37"/>
  </p:notesMasterIdLst>
  <p:sldIdLst>
    <p:sldId xmlns:r="http://schemas.openxmlformats.org/officeDocument/2006/relationships" id="256" r:id="Rcf3e068525dd46b5"/>
    <p:sldId xmlns:r="http://schemas.openxmlformats.org/officeDocument/2006/relationships" id="257" r:id="Rebf7909803aa4b62"/>
    <p:sldId xmlns:r="http://schemas.openxmlformats.org/officeDocument/2006/relationships" id="258" r:id="R8b52df3ca28c4f61"/>
    <p:sldId xmlns:r="http://schemas.openxmlformats.org/officeDocument/2006/relationships" id="259" r:id="Rc15211642780486b"/>
    <p:sldId xmlns:r="http://schemas.openxmlformats.org/officeDocument/2006/relationships" id="260" r:id="R729805c668e742b9"/>
    <p:sldId xmlns:r="http://schemas.openxmlformats.org/officeDocument/2006/relationships" id="261" r:id="R96eb9a824c044cf9"/>
    <p:sldId xmlns:r="http://schemas.openxmlformats.org/officeDocument/2006/relationships" id="262" r:id="R129318e62dd14a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dfda5add2f4967" /><Relationship Type="http://schemas.openxmlformats.org/officeDocument/2006/relationships/slideMaster" Target="/ppt/slideMasters/slideMaster1.xml" Id="R904373225f2c4f66" /><Relationship Type="http://schemas.openxmlformats.org/officeDocument/2006/relationships/notesMaster" Target="/ppt/notesMasters/notesMaster1.xml" Id="R65936c33da644f37" /><Relationship Type="http://schemas.openxmlformats.org/officeDocument/2006/relationships/presProps" Target="/ppt/presProps.xml" Id="R56e1b8ad659c4408" /><Relationship Type="http://schemas.openxmlformats.org/officeDocument/2006/relationships/tableStyles" Target="/ppt/tableStyles.xml" Id="R522de5f532de4d1f" /><Relationship Type="http://schemas.openxmlformats.org/officeDocument/2006/relationships/slide" Target="/ppt/slides/slide1.xml" Id="Rcf3e068525dd46b5" /><Relationship Type="http://schemas.openxmlformats.org/officeDocument/2006/relationships/slide" Target="/ppt/slides/slide2.xml" Id="Rebf7909803aa4b62" /><Relationship Type="http://schemas.openxmlformats.org/officeDocument/2006/relationships/slide" Target="/ppt/slides/slide3.xml" Id="R8b52df3ca28c4f61" /><Relationship Type="http://schemas.openxmlformats.org/officeDocument/2006/relationships/slide" Target="/ppt/slides/slide4.xml" Id="Rc15211642780486b" /><Relationship Type="http://schemas.openxmlformats.org/officeDocument/2006/relationships/slide" Target="/ppt/slides/slide5.xml" Id="R729805c668e742b9" /><Relationship Type="http://schemas.openxmlformats.org/officeDocument/2006/relationships/slide" Target="/ppt/slides/slide6.xml" Id="R96eb9a824c044cf9" /><Relationship Type="http://schemas.openxmlformats.org/officeDocument/2006/relationships/slide" Target="/ppt/slides/slide7.xml" Id="R129318e62dd14a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affa7a14724b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a48516e92d4736" /><Relationship Type="http://schemas.openxmlformats.org/officeDocument/2006/relationships/notesMaster" Target="/ppt/notesMasters/notesMaster1.xml" Id="R99ed6df965ce4d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ca9c7a01fb4185" /><Relationship Type="http://schemas.openxmlformats.org/officeDocument/2006/relationships/notesMaster" Target="/ppt/notesMasters/notesMaster1.xml" Id="Rcd9f51079b5147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a8db40fe214857" /><Relationship Type="http://schemas.openxmlformats.org/officeDocument/2006/relationships/notesMaster" Target="/ppt/notesMasters/notesMaster1.xml" Id="R8c2a094c75144d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a50058f53c4036" /><Relationship Type="http://schemas.openxmlformats.org/officeDocument/2006/relationships/notesMaster" Target="/ppt/notesMasters/notesMaster1.xml" Id="Rd621230f921844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a751c8aa7e4d89" /><Relationship Type="http://schemas.openxmlformats.org/officeDocument/2006/relationships/notesMaster" Target="/ppt/notesMasters/notesMaster1.xml" Id="Rdd96595bb06149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80ce7a45064ba4" /><Relationship Type="http://schemas.openxmlformats.org/officeDocument/2006/relationships/notesMaster" Target="/ppt/notesMasters/notesMaster1.xml" Id="R9258b3cac1bd4b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7c880a45e04e81" /><Relationship Type="http://schemas.openxmlformats.org/officeDocument/2006/relationships/notesMaster" Target="/ppt/notesMasters/notesMaster1.xml" Id="R5e7c82e62d9443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is generated by the verified local release build on 25 October 2026.</a:t>
            </a:r>
          </a:p>
          <a:p xmlns:a="http://schemas.openxmlformats.org/drawingml/2006/main">
            <a:r>
              <a:t>Meterless H-MEM specification: https://github.com/Meterless/Meterless/tree/main/engines/hmem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Zetaris client setup: https://zetaris.github.io/getting-started/docs/connections/client-setup.html</a:t>
            </a:r>
          </a:p>
          <a:p xmlns:a="http://schemas.openxmlformats.org/drawingml/2006/main">
            <a:r>
              <a:t>Meterless H-MEM: https://github.com/Meterless/Meterless/tree/main/engines/hmem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multi-relation JOIN executed live on 25 October 2026 and returned four rows in 8.395 seconds. Both relations contain declared synthetic inputs; this does not claim independently onboarded external sources or production feeds.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H-MEM architecture and contract: https://github.com/Meterless/Meterless/tree/main/engines/hmem</a:t>
            </a:r>
          </a:p>
          <a:p xmlns:a="http://schemas.openxmlformats.org/drawingml/2006/main">
            <a:r>
              <a:t>The receipt displayed is read from evidence/meterless-hmem-live-receipt.json and was generated from the live Zetaris-derived observation.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source: VERIFICATION_STATUS.md and the machine-readable receipts produced on 25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repository verified: https://github.com/genesiscode2026/velqiris-open-agent-2026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f25daf13749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f307a7de841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8eb53468944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bb97f43a242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46c36041648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b5b405afd44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B53C03-068E-4491-992F-F89A02239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00D528-CE5C-4BE2-8AFB-8C1DE4BF4C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E60B48-2714-4C19-8B44-5E6FD37F3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6E2154-7771-48F0-8C18-BF5A6C79B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931C78-1E9D-41B7-B11B-9DDA170237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CBA0C3-0676-46A2-97EC-66C3E072D0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CF2195-F458-45B9-9650-F1762F289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5D168B-BA4F-4E10-A22E-C832BC005C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7EF816-965E-4C40-9E32-070AFA513B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D1958B-C19E-4A64-BD54-E671BEFB9F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7fd51451ea42a8" /><Relationship Type="http://schemas.openxmlformats.org/officeDocument/2006/relationships/slideLayout" Target="/ppt/slideLayouts/slideLayout1.xml" Id="Rba3a23fce8fb4b16" /><Relationship Type="http://schemas.openxmlformats.org/officeDocument/2006/relationships/slideLayout" Target="/ppt/slideLayouts/slideLayout2.xml" Id="Red14db980f1d4602" /><Relationship Type="http://schemas.openxmlformats.org/officeDocument/2006/relationships/slideLayout" Target="/ppt/slideLayouts/slideLayout3.xml" Id="Rb14524e5d09f4692" /><Relationship Type="http://schemas.openxmlformats.org/officeDocument/2006/relationships/slideLayout" Target="/ppt/slideLayouts/slideLayout4.xml" Id="Ra6cf21bb83fd4d33" /><Relationship Type="http://schemas.openxmlformats.org/officeDocument/2006/relationships/slideLayout" Target="/ppt/slideLayouts/slideLayout5.xml" Id="R8865ade661864915" /><Relationship Type="http://schemas.openxmlformats.org/officeDocument/2006/relationships/slideLayout" Target="/ppt/slideLayouts/slideLayout6.xml" Id="R2ef1254360e046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3a23fce8fb4b16"/>
    <p:sldLayoutId xmlns:r="http://schemas.openxmlformats.org/officeDocument/2006/relationships" id="2147483650" r:id="Red14db980f1d4602"/>
    <p:sldLayoutId xmlns:r="http://schemas.openxmlformats.org/officeDocument/2006/relationships" id="2147483651" r:id="Rb14524e5d09f4692"/>
    <p:sldLayoutId xmlns:r="http://schemas.openxmlformats.org/officeDocument/2006/relationships" id="2147483652" r:id="Ra6cf21bb83fd4d33"/>
    <p:sldLayoutId xmlns:r="http://schemas.openxmlformats.org/officeDocument/2006/relationships" id="2147483653" r:id="R8865ade661864915"/>
    <p:sldLayoutId xmlns:r="http://schemas.openxmlformats.org/officeDocument/2006/relationships" id="2147483654" r:id="R2ef1254360e046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ffcd5d6094d9e" /><Relationship Type="http://schemas.openxmlformats.org/officeDocument/2006/relationships/notesSlide" Target="/ppt/notesSlides/notesSlide1.xml" Id="R4285caf80fb040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15f92d3efd4e92" /><Relationship Type="http://schemas.openxmlformats.org/officeDocument/2006/relationships/notesSlide" Target="/ppt/notesSlides/notesSlide2.xml" Id="R12be43b8a4a741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466ee2998540f2" /><Relationship Type="http://schemas.openxmlformats.org/officeDocument/2006/relationships/notesSlide" Target="/ppt/notesSlides/notesSlide3.xml" Id="Rc7176d8dc52e49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c8f0ae523645df" /><Relationship Type="http://schemas.openxmlformats.org/officeDocument/2006/relationships/notesSlide" Target="/ppt/notesSlides/notesSlide4.xml" Id="R1e67e8c3281d4e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f5b428cb1d46e1" /><Relationship Type="http://schemas.openxmlformats.org/officeDocument/2006/relationships/notesSlide" Target="/ppt/notesSlides/notesSlide5.xml" Id="R1ea8f711041044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83605accff475c" /><Relationship Type="http://schemas.openxmlformats.org/officeDocument/2006/relationships/notesSlide" Target="/ppt/notesSlides/notesSlide6.xml" Id="Rf540e59a85b146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7b8a4026af4b1e" /><Relationship Type="http://schemas.openxmlformats.org/officeDocument/2006/relationships/notesSlide" Target="/ppt/notesSlides/notesSlide7.xml" Id="Ra3dda36a1b4446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EF75F-D3E2-4827-A70A-5C55A627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0591A-58D3-4EAC-B18D-0AA31488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TRACK 02 · EXPLAINABLE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DDC0E-488E-4557-8634-9A1EC0F1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VELQIRIS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A066A-4B3D-429B-B163-FFBDE191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The agent that can explain why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47627-ABC0-4E80-9352-C5C7A12A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Evidence-first market consensus with verified Zetaris execution and the official Meterless H‑MEM reference engine.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19F9F-5FB2-4C3E-B880-36F843D5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57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98658-DB2B-4252-8D7D-E1F69E27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7D49B"/>
                </a:solidFill>
                <a:latin typeface="Aptos"/>
                <a:ea typeface="Aptos"/>
                <a:cs typeface="Aptos"/>
              </a:rPr>
              <a:t>30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7D26C-B56F-46B3-A7DE-5D5FFADB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Python tests passing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2103A-2049-461D-84AA-801948D2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257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0788C-A63C-4F66-8D6B-0558C6BA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434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13 / 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8D3CD-BCDC-4495-8268-E7C036BF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196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H‑MEM conformance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8135C-EE3D-480B-9392-3D0E94A0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2571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E66D0-475F-4294-8D76-0091E1DC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BF69"/>
                </a:solidFill>
                <a:latin typeface="Aptos"/>
                <a:ea typeface="Aptos"/>
                <a:cs typeface="Aptos"/>
              </a:rPr>
              <a:t>9 / 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46FF2-C6C6-403E-A422-856580CA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Zetaris verifier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AB02E-9228-481B-A6A0-A76764DD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38250"/>
            <a:ext cx="1714500" cy="4114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8127F-80DA-4887-B597-EAAF9C86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002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0241F-F632-4983-B088-0393CEEA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47900"/>
            <a:ext cx="1181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Every decision links back to live SQL rows, an explicit filter and a persistent memory trace.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E05E5-B3EB-465D-B10B-4D79D587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C5894-C300-4A61-A867-E2BC514E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60A09-A998-40E6-909E-9D74C737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0526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EAFED-3F6B-4325-8F07-2EDD227E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97D90-6961-4C2A-8CC4-BA99F5F7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A price is easy. A defensible decision is hard.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46112-41F0-4D16-BB95-417A40D1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Risk teams need the reason, lineage and exclusion logic — not another opaque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D7B2A-C58F-49A6-8E54-7F7F7977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3909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41D50-AFFF-46BF-92D0-B69CDF20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EB043-7A4D-4ED3-9DB5-141706FF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Fragmented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DF3B7-1599-4FC1-808A-C3A07F4C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895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Venue data disagrees. Latency and thin liquidity can make a single feed misleading.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4B95F-B0F4-4FAC-B4BB-5424C7B4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3909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1D38C-C464-4D3C-A42A-4C437602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1CCDD-AD2C-4971-A9B2-017CD105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289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Opaque filtering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9E223-8E6A-4E42-AB7A-6CC0812F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2895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An outlier may be removed, but reviewers still need the exact threshold and source row.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4945D-3A10-4EAB-8D7D-C3FD87B8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3909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0B32F-441F-4F44-ADA6-1DA06DFE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F9918-C656-43FD-8457-D9A041AB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Context decay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2F718-3F47-4AA7-BB69-62559381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2895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Without durable, provenance-bearing memory, the agent cannot explain what it knew or why.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1817D-7155-4CCB-85FC-7DD48EAB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744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76922-7425-44A1-85FA-64698E7E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User → institutional risk manager / execution reviewer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A425F-DD7E-4BA1-9557-F05C8A72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86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Decision → include, reject, route or escalate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DE598-0466-48DB-87A3-62D43F96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E74621-5621-4B3D-9D57-082A05F4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646857-F185-4B5F-9929-1A788E0F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46666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BD3C21-B46D-416E-A4D5-28961C1C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756DF-889E-401F-90FB-7C79B1C8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One evidence chain, two verified sponsor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8D435-C625-404F-ABAE-86AB4287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Live SQL becomes an inspectable decision, retrievable memory and redaction-safe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F1BF3-FE8A-411E-B7BA-17F04B53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924050" cy="19621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82BBF-41E3-4FE7-A399-952A440B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32DC0-E8C1-4700-A92E-6D2DAC99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4B780-02E3-4766-BD8C-84E81AFE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Zetaris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96179-7905-492C-89A3-E482F9F6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two-relation JOIN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B7573-CB11-44E9-B9AA-074A0F7A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CB0C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090BE-500F-4609-996F-730E3111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76500"/>
            <a:ext cx="1924050" cy="19621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C05C1-4D4A-492B-8215-090F79F3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4F1E3-E209-4251-BD38-A7EDBA43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F4FF1-F4F3-448D-BD56-76EEF8E6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81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VELQIRIS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10285-F67C-464D-8203-D529933B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90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MAD + consensus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00936-F58F-4B24-BD91-F0A78A25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81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CB0C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EFB21-7F49-48DD-B3CE-35420BD5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76500"/>
            <a:ext cx="1924050" cy="19621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3102D-89BC-4088-BC46-CF65E3C5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4795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DED95-A8CF-4A19-BC28-CA8D5692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4EC8E-3FCE-423F-9E7F-71110A80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81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Meterless H‑MEM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CE0A3-1949-470D-8D55-0CB46EBD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90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capture + retrieve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9C3BC-02DC-48DC-B1DE-B9B48791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81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CB0C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BB5D1-9EE3-4EBE-94CB-5F3009E0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76500"/>
            <a:ext cx="1924050" cy="19621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FFBF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111E5D-8C03-485A-89FE-1587DD4C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F69"/>
          </a:solidFill>
          <a:ln xmlns:a="http://schemas.openxmlformats.org/drawingml/2006/main" w="9525">
            <a:solidFill>
              <a:srgbClr val="FFBF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CE802-6164-4291-8AAE-F686FF6B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60D954-08C8-4AE2-B04E-A8B9CDE5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Explanation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884F63-4940-4908-8602-20B70E4A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90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grounded rationale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88C151-5297-4550-92D7-71F6EAAC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813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CB0C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AD827-96E7-415A-964F-9EFB8884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924050" cy="19621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FF718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DC8BC4-4521-4345-8D4D-ABFEB135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47950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85"/>
          </a:solidFill>
          <a:ln xmlns:a="http://schemas.openxmlformats.org/drawingml/2006/main" w="9525">
            <a:solidFill>
              <a:srgbClr val="FF718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DEF890-E0C8-47E5-A430-CB81110A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9C7696-18A6-4CCF-A2DD-42BB24AE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C58BED-4F5C-4163-A528-10FD522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909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receipts + ledger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7DDACF-5344-4E95-8C71-BEBAC6C2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744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B957BB-F3A4-4DD4-883E-FBCB1C8B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F24EE0-D756-4D17-86F4-D8BD0714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VERIFIED LIVE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092385-F872-4884-AD0C-46C41F7E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05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Zetaris → VELQIRIS → Meterless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ABB153-E144-46BF-9C98-D7B40CF4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67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market_ticks JOIN venue_telemetry executed live in Zetaris; the relations are declared synthetic inputs.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097E8E-1BA9-4285-BBC1-69FF84C2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221536-A0F1-45AB-9714-A110E06A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42EABB-9968-4AA7-813A-6FB36552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7179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5D05EB-4910-4164-86C7-AB68A16A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ZETARIS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6F80B-917D-49E5-B8FC-D7B0A355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Two logical relations, one inspectable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5B454-44C3-45F7-9C9C-FBE7DDF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The local engine joined market observations with venue health data in 8.39 seconds, recorded as a single-run observation.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3BC5B-823F-413A-899C-DDE3A440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FC69B-BC83-4F4F-836B-6B0BDC5A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VERIFIED LIVE JOIN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B7D38-4CCF-4308-9ACA-726E24A9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162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E0236-944B-4E02-96B2-41EFA841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market_ticks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3D7D2-0E84-4DFA-A91F-E84814FC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venue · pair · bid · ask · volume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C3F64-940C-44DF-9CAF-831FB466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24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ctr">
              <a:defRPr sz="12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JOIN ON 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A353B-355E-4B1F-AEA6-E7F0EA6F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62200"/>
            <a:ext cx="3162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4ABE0-D926-4763-B6D3-C1F223CB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venue_telemetry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D1888-316A-440B-8BCE-89FEA5CA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venue · latency_ms ·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F5FA4-4C0C-4CE9-BC63-186F3273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62200"/>
            <a:ext cx="2362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FE616-FF1B-417A-BD36-30FEEEE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717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7D49B"/>
                </a:solidFill>
                <a:latin typeface="Aptos"/>
                <a:ea typeface="Aptos"/>
                <a:cs typeface="Aptos"/>
              </a:rPr>
              <a:t>4 / 4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4C739-F520-42C4-898A-F14923EF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908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live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E06F5-BEB2-4989-A5F6-F14C886E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1145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11A01-D145-4A72-8C56-6D8E0373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$67,450.66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547037-1A67-4C5C-8E0E-9A2A093B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consensus VWAP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A7748-7BFC-4737-8A30-C9965DF1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14750"/>
            <a:ext cx="21145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25611-543E-4EFB-9B77-82B5BD47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0.09 bps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69F62-5FB9-4E43-B7FB-C3549F58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post-filter spread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5B351B-97B1-4FE1-84FA-276CD0C6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21145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225AA4-4B77-4F9C-B369-A912A49E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862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CALM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0C33F4-42C9-4042-8EE1-F17771B6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672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risk regime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94A22-86A5-453D-A737-C3B2FF8C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9342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07D579-B770-4189-9CBC-0AED6109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7D49B"/>
                </a:solidFill>
                <a:latin typeface="Aptos"/>
                <a:ea typeface="Aptos"/>
                <a:cs typeface="Aptos"/>
              </a:rPr>
              <a:t>Included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4EED8B-DEBE-4D78-98D1-26FDE589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101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BINANCE · COINBASE · OKX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14E12D-E9FB-4A5E-B906-D64F4185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1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7185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D1202E-EA85-4161-94DA-1AABECDA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29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ANOMALY_DEX exceeded the 3× MAD ceiling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E9AACD-2716-4BCA-9D65-5B5D18CD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14750"/>
            <a:ext cx="34861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68A760-1CBE-4E32-A2D8-06EF0A04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Evidence 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B9D47A-1A0F-46D2-B0B7-3685C8B8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2D1125-5DFD-4BB2-ABEB-2CC4B880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The JOIN ran in the official local Zetaris engine.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79129F-0C03-4DBD-8C3C-44E66443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4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216086-AC4B-4E62-986A-A5B9F056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Both logical relations contain declared synthetic rows.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2388E3-4BE6-43D0-A4C6-39271DFC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35DAC6-E7A7-4C4D-B411-DFADC381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530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The 8.39 second timing is an observation, not a benchmark.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DF5F62-BFA0-407C-AB26-0B5DA02C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902778-3C62-40D6-BF41-BA91F7A9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75AC8B-8CA4-429E-99F6-90934CCC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7978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2B94AC-810A-4FC2-A14C-2FEBB93E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METERLESS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BD763-0BAA-4E49-88C5-48C51F9E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Official H‑MEM reference: store, retrieve,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ED799-CCBA-48E2-8759-E08BD0EB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The upstream implementation and conformance vectors are vendored with commit provenance and Apache-2.0 licensing.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CEA0B-DBA1-4D22-84C1-110F4E3B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2766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A8D1E-25F7-4EE0-9652-8DA92C71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C52B4-9E9F-4C26-9DAD-B5D704B0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396DD-D406-4395-9751-081C87CB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Canonical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2D454-A037-45DF-B000-179B37B5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source · confidence · entities · derivedFrom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C810C-CAE4-4690-AD19-4E1395B1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66950"/>
            <a:ext cx="32766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5CF93-64C6-4B09-95CC-25BC32E9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D6C60-2B94-486A-9B84-7ED7DABF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95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C8A63-CAA2-43A8-A199-FF78B3FF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Hybrid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69789-AE05-4E64-9A06-ACE885A5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861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keywords · tags · domain · layer · recency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6C200-D755-4067-994E-91C04FEF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66950"/>
            <a:ext cx="32766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46598-149A-4F99-8B38-5645C115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FCBDB-5E96-466E-9103-013804E7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95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0711C-0C51-42B4-8100-A75577F6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Trust ledger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B1B71-99C1-4903-A36D-9CD94FE8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861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append-only · persistent · inspectable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5825E-42DC-42A7-9CA0-7BC8F8ED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7442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2EE86-1D02-4371-BC35-BCDE7ECA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EXECUTION RECEIPT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8E7D1-88CF-4168-A14C-7EEF37C7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engine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FF733-D15E-4CAE-8649-18238A35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official H‑MEM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43B53-1DE3-49B0-93C3-F1133F3D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ledger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EDDBC-1E0E-4FC4-A8BD-458B527E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292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588971f2a06fb9efb260…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72EF7-E9F8-4887-9128-CE5149F1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E7972F-AA74-4389-8CDE-C9FD1BF1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7D49B"/>
                </a:solidFill>
                <a:latin typeface="Aptos"/>
                <a:ea typeface="Aptos"/>
                <a:cs typeface="Aptos"/>
              </a:rPr>
              <a:t>13 / 13 conformance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4B1220-D37F-407A-A180-62EF4178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Runtime receipt: 2 memories stored · 2 retrieved · 4 append-only ledger events.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D695C2-A308-492F-977B-5726DDB9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93897-617C-407D-826A-A4E6BC02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658E81-0AB5-402C-83CA-DB324134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78698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CD77CA-DD2B-4FB6-B186-D80FBB0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1B8A1-3E59-46EE-B567-7F400783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Every public claim has a repository receipt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F7480-2C2A-4CFA-B510-31B62A06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The release distinguishes live execution, declared synthetic inputs and capabilities that are not claimed.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37C20-5632-4FCE-8115-E19D66FC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297C6-982A-4433-B876-59E7EA9D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Official Zetaris verifier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F776C-3DD8-49AD-A6AF-3565E305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UI · API · driver · Spark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71F77-31FD-470F-8A0C-820DEB12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DB2AF-8F30-46AC-B26C-350AD55B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050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9 /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69151-2CFF-46CF-A6DA-B794C5E3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4E63C-80EF-4A6C-BCA8-454DD0B1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Live Zetaris scenario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67C33-237C-4BA6-BB20-AB20982F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4 rows + fresh request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85C67-8040-4017-BB08-5D7DAF9A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990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67C60-400D-4A08-9AB3-3B095633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28ED9-7721-42A9-9D5C-0FCF4C41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7BC2A-7BC0-457F-8F8D-C453DAC2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Official Meterless conformance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2967E-E39D-48C4-820E-6E944FA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reference engine + vectors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3F76C-6CAE-437C-8F4E-9D89F70C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528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7797A-0281-435C-832D-894E55B4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909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13 / 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E0163-D774-4D72-B173-0D418894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44C57-0A44-43DD-8E87-D77A05CB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Python project suite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0C928-75EA-4A9F-B054-16DAD43E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14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unit + integration behavior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419F3-39C0-4938-96D4-9EBA3C15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9580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9C391-1B92-4CAA-95BC-682AA68C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339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30 / 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EF637-A341-4851-AA4A-2870470E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214EE-C59B-4B4D-BF71-F76F9FE6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Production feeds / external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D9235-69DF-422B-A7D7-9BCA7BB0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57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outside this verified release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605734-A393-4081-BF65-5506D65E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387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B0C5"/>
          </a:solidFill>
          <a:ln xmlns:a="http://schemas.openxmlformats.org/drawingml/2006/main" w="9525">
            <a:solidFill>
              <a:srgbClr val="9CB0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1B4937-D3B7-464D-884C-2358A508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768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NOT CLAIMED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3BF260-0A59-4494-B916-F94CA142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1171E7-42B5-4CC0-8526-1230CB09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66FCA0-11B8-4E1F-99FD-37A89821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9988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682602-6370-4151-AAD5-E73957FB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E29D6-BE3D-4D63-B8E7-22BA3F53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Inspect the proof, not a promise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99E48-284C-464E-88C3-6C46D748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Source, receipts, tests, deck and demo are published together in the event-specific repository.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D6CF9-72CB-46B3-8747-149E324C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858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50B13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36025-66E2-4603-B019-1007C50F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7D4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7D49B"/>
                </a:solidFill>
                <a:latin typeface="Aptos"/>
                <a:ea typeface="Aptos"/>
                <a:cs typeface="Aptos"/>
              </a:rPr>
              <a:t>$ python3 tests/run_all_tests.py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CFB4E-E1FF-41EB-85D4-6CF6C8E9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30 tests · 0 failures · 0 errors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906E6-734B-4299-92FE-0AF41B17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$ jq . evidence/*.json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B8277-E987-425F-BD64-B7EB94F6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Zetaris 9/9 · Meterless 13/13 · redaction-safe receipts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E0FFD-80FD-4E70-8E41-4209A73B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3524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D1B2D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F0198-071A-47E8-9119-5AC31F2D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RELEASE CHECKLIST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02703-9944-4C07-A6B0-4B76F6AF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67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15201-419E-4F02-88C3-3C87821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7D49B"/>
                </a:solidFill>
                <a:latin typeface="Aptos"/>
                <a:ea typeface="Aptos"/>
                <a:cs typeface="Aptos"/>
              </a:rPr>
              <a:t>Public repository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26C0D-9121-43AE-90C6-64354531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24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432DF-6011-410F-B8BD-E11F7E19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575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7D49B"/>
                </a:solidFill>
                <a:latin typeface="Aptos"/>
                <a:ea typeface="Aptos"/>
                <a:cs typeface="Aptos"/>
              </a:rPr>
              <a:t>1–4 minute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95E24-CA69-433C-AD1E-C5DBE3BC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7E6"/>
          </a:solidFill>
          <a:ln xmlns:a="http://schemas.openxmlformats.org/drawingml/2006/main" w="9525">
            <a:solidFill>
              <a:srgbClr val="43D7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76D8D-20E4-49A4-8A7F-FF9E0AF8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7D49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7D49B"/>
                </a:solidFill>
                <a:latin typeface="Aptos"/>
                <a:ea typeface="Aptos"/>
                <a:cs typeface="Aptos"/>
              </a:rPr>
              <a:t>Live sponsor receipts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F4C99-BA92-4A0A-84D9-6E148158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BF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BF69"/>
                </a:solidFill>
                <a:latin typeface="Aptos"/>
                <a:ea typeface="Aptos"/>
                <a:cs typeface="Aptos"/>
              </a:rPr>
              <a:t>Audit Viewer: artifacts/index.html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42156-9144-4F53-ABDE-18BE5FEC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744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243A"/>
          </a:solidFill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377E8-E0B3-4A8D-AE73-A8FA5ECC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B0C5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64AF2-4040-4500-A40D-9FBC5ACE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C"/>
                </a:solidFill>
                <a:latin typeface="Aptos"/>
                <a:ea typeface="Aptos"/>
                <a:cs typeface="Aptos"/>
              </a:rPr>
              <a:t>github.com/genesiscode2026/velqiris-open-agent-2026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7A088-47C2-4216-9CAD-31011118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19700"/>
            <a:ext cx="2209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D49B"/>
          </a:solidFill>
          <a:ln xmlns:a="http://schemas.openxmlformats.org/drawingml/2006/main" w="9525">
            <a:solidFill>
              <a:srgbClr val="57D49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1ED1E-9912-4D3A-8F41-D5132876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578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defPPr>
            <a:lvl1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1pPr>
            <a:lvl2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2pPr>
            <a:lvl3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3pPr>
            <a:lvl4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4pPr>
            <a:lvl5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5pPr>
            <a:lvl6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6pPr>
            <a:lvl7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7pPr>
            <a:lvl8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8pPr>
            <a:lvl9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PUBLIC &amp; VERIFIED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EF5D8-1235-49F4-803A-25315416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04071-E71D-435C-BC0D-97D92AA4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defPPr>
            <a:lvl1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1pPr>
            <a:lvl2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2pPr>
            <a:lvl3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3pPr>
            <a:lvl4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4pPr>
            <a:lvl5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5pPr>
            <a:lvl6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6pPr>
            <a:lvl7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7pPr>
            <a:lvl8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8pPr>
            <a:lvl9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CB0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B0C5"/>
                </a:solidFill>
                <a:latin typeface="Aptos"/>
                <a:ea typeface="Aptos"/>
                <a:cs typeface="Aptos"/>
              </a:rPr>
              <a:t>VELQIRIS · Open Agent Hackathon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65A281-5E6F-437A-9452-DA81A749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532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43D7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3D7E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50526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2026-10-25T20:08:34.0190000Z</dcterms:created>
  <dcterms:modified xsi:type="dcterms:W3CDTF">2026-10-25T20:08:34.0190000Z</dcterms:modified>
</coreProperties>
</file>