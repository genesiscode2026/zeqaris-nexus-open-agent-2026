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af17ab3c164ba3" /><Relationship Type="http://schemas.openxmlformats.org/officeDocument/2006/relationships/extended-properties" Target="/docProps/app.xml" Id="Rdb3b7b0a7c3a42f4" /><Relationship Type="http://schemas.openxmlformats.org/officeDocument/2006/relationships/officeDocument" Target="/ppt/presentation.xml" Id="R33835217c5604c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342d9a77314c2e"/>
  </p:sldMasterIdLst>
  <p:notesMasterIdLst>
    <p:notesMasterId xmlns:r="http://schemas.openxmlformats.org/officeDocument/2006/relationships" r:id="Rd87b692aef354a2d"/>
  </p:notesMasterIdLst>
  <p:sldIdLst>
    <p:sldId xmlns:r="http://schemas.openxmlformats.org/officeDocument/2006/relationships" id="256" r:id="Re57441b4bb14407a"/>
    <p:sldId xmlns:r="http://schemas.openxmlformats.org/officeDocument/2006/relationships" id="257" r:id="R00ed8515ab8e45dc"/>
    <p:sldId xmlns:r="http://schemas.openxmlformats.org/officeDocument/2006/relationships" id="258" r:id="R0aca98084f6f448d"/>
    <p:sldId xmlns:r="http://schemas.openxmlformats.org/officeDocument/2006/relationships" id="259" r:id="Rb952607099934cce"/>
    <p:sldId xmlns:r="http://schemas.openxmlformats.org/officeDocument/2006/relationships" id="260" r:id="R57ba2dc4e06b4d99"/>
    <p:sldId xmlns:r="http://schemas.openxmlformats.org/officeDocument/2006/relationships" id="261" r:id="Ra4a85546caf0450b"/>
    <p:sldId xmlns:r="http://schemas.openxmlformats.org/officeDocument/2006/relationships" id="262" r:id="Rd6bb142e1ecb48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ce393aeef843a4" /><Relationship Type="http://schemas.openxmlformats.org/officeDocument/2006/relationships/slideMaster" Target="/ppt/slideMasters/slideMaster1.xml" Id="R25342d9a77314c2e" /><Relationship Type="http://schemas.openxmlformats.org/officeDocument/2006/relationships/notesMaster" Target="/ppt/notesMasters/notesMaster1.xml" Id="Rd87b692aef354a2d" /><Relationship Type="http://schemas.openxmlformats.org/officeDocument/2006/relationships/presProps" Target="/ppt/presProps.xml" Id="Rc63a570baf3747c6" /><Relationship Type="http://schemas.openxmlformats.org/officeDocument/2006/relationships/tableStyles" Target="/ppt/tableStyles.xml" Id="Rd44bc28c1e3e40fb" /><Relationship Type="http://schemas.openxmlformats.org/officeDocument/2006/relationships/slide" Target="/ppt/slides/slide1.xml" Id="Re57441b4bb14407a" /><Relationship Type="http://schemas.openxmlformats.org/officeDocument/2006/relationships/slide" Target="/ppt/slides/slide2.xml" Id="R00ed8515ab8e45dc" /><Relationship Type="http://schemas.openxmlformats.org/officeDocument/2006/relationships/slide" Target="/ppt/slides/slide3.xml" Id="R0aca98084f6f448d" /><Relationship Type="http://schemas.openxmlformats.org/officeDocument/2006/relationships/slide" Target="/ppt/slides/slide4.xml" Id="Rb952607099934cce" /><Relationship Type="http://schemas.openxmlformats.org/officeDocument/2006/relationships/slide" Target="/ppt/slides/slide5.xml" Id="R57ba2dc4e06b4d99" /><Relationship Type="http://schemas.openxmlformats.org/officeDocument/2006/relationships/slide" Target="/ppt/slides/slide6.xml" Id="Ra4a85546caf0450b" /><Relationship Type="http://schemas.openxmlformats.org/officeDocument/2006/relationships/slide" Target="/ppt/slides/slide7.xml" Id="Rd6bb142e1ecb48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97cca295994d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2df5b83ef44948" /><Relationship Type="http://schemas.openxmlformats.org/officeDocument/2006/relationships/notesMaster" Target="/ppt/notesMasters/notesMaster1.xml" Id="Rd2d5648bfcd242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187c481f8c457a" /><Relationship Type="http://schemas.openxmlformats.org/officeDocument/2006/relationships/notesMaster" Target="/ppt/notesMasters/notesMaster1.xml" Id="R30f10ab60a4e46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9163339605413d" /><Relationship Type="http://schemas.openxmlformats.org/officeDocument/2006/relationships/notesMaster" Target="/ppt/notesMasters/notesMaster1.xml" Id="R10d4bbcce1b544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a78c9d249a4d4e" /><Relationship Type="http://schemas.openxmlformats.org/officeDocument/2006/relationships/notesMaster" Target="/ppt/notesMasters/notesMaster1.xml" Id="Rf80ac3a15e1d44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672f4297e045f8" /><Relationship Type="http://schemas.openxmlformats.org/officeDocument/2006/relationships/notesMaster" Target="/ppt/notesMasters/notesMaster1.xml" Id="R92857194a9084b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bc2d6b7c214d33" /><Relationship Type="http://schemas.openxmlformats.org/officeDocument/2006/relationships/notesMaster" Target="/ppt/notesMasters/notesMaster1.xml" Id="Rf76dfbd7c2d24f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a15b4182114631" /><Relationship Type="http://schemas.openxmlformats.org/officeDocument/2006/relationships/notesMaster" Target="/ppt/notesMasters/notesMaster1.xml" Id="R784dde36dc684c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274f092fe14c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65dafd1a6a40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836506e08f469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69692cc0846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f5292ed784b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800d153044e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CD03C9-D611-4A0D-9711-DD11682B21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57402D-C6E2-4B1E-A1EB-8F3C0D5596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7B422F0-A042-45B7-9D7F-B9FB972BBD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C00028-92FF-4FEC-8DF9-5B3A32FBDE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0537C2-45D6-4AFB-A860-35351DB4D1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5EF24E-916C-46B4-857A-6E6E1D5D92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2A6C94-AC73-4190-BC12-92EFF91C37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3B00C16-24BB-4BE5-AAE0-CCD2213B40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734186-3ACE-42EE-8A2C-307574A72A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DAF8F8-0396-4F95-AA46-0319D27A7C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349b75e70947b9" /><Relationship Type="http://schemas.openxmlformats.org/officeDocument/2006/relationships/slideLayout" Target="/ppt/slideLayouts/slideLayout1.xml" Id="R99b1bbe2b1574886" /><Relationship Type="http://schemas.openxmlformats.org/officeDocument/2006/relationships/slideLayout" Target="/ppt/slideLayouts/slideLayout2.xml" Id="R2faea1b432f245da" /><Relationship Type="http://schemas.openxmlformats.org/officeDocument/2006/relationships/slideLayout" Target="/ppt/slideLayouts/slideLayout3.xml" Id="R0e09a43be3e84b44" /><Relationship Type="http://schemas.openxmlformats.org/officeDocument/2006/relationships/slideLayout" Target="/ppt/slideLayouts/slideLayout4.xml" Id="Rc57a989cb12644c5" /><Relationship Type="http://schemas.openxmlformats.org/officeDocument/2006/relationships/slideLayout" Target="/ppt/slideLayouts/slideLayout5.xml" Id="Rc3d9d75c24904cb0" /><Relationship Type="http://schemas.openxmlformats.org/officeDocument/2006/relationships/slideLayout" Target="/ppt/slideLayouts/slideLayout6.xml" Id="R41ab971b50d84f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b1bbe2b1574886"/>
    <p:sldLayoutId xmlns:r="http://schemas.openxmlformats.org/officeDocument/2006/relationships" id="2147483650" r:id="R2faea1b432f245da"/>
    <p:sldLayoutId xmlns:r="http://schemas.openxmlformats.org/officeDocument/2006/relationships" id="2147483651" r:id="R0e09a43be3e84b44"/>
    <p:sldLayoutId xmlns:r="http://schemas.openxmlformats.org/officeDocument/2006/relationships" id="2147483652" r:id="Rc57a989cb12644c5"/>
    <p:sldLayoutId xmlns:r="http://schemas.openxmlformats.org/officeDocument/2006/relationships" id="2147483653" r:id="Rc3d9d75c24904cb0"/>
    <p:sldLayoutId xmlns:r="http://schemas.openxmlformats.org/officeDocument/2006/relationships" id="2147483654" r:id="R41ab971b50d84f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ffe44898e4e38" /><Relationship Type="http://schemas.openxmlformats.org/officeDocument/2006/relationships/notesSlide" Target="/ppt/notesSlides/notesSlide1.xml" Id="R0bf571c7bfc749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2906f2f6ab467c" /><Relationship Type="http://schemas.openxmlformats.org/officeDocument/2006/relationships/notesSlide" Target="/ppt/notesSlides/notesSlide2.xml" Id="R0a691cac2b8948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a831f18705490d" /><Relationship Type="http://schemas.openxmlformats.org/officeDocument/2006/relationships/notesSlide" Target="/ppt/notesSlides/notesSlide3.xml" Id="R32ecbac756744e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1b7eb7c43c457f" /><Relationship Type="http://schemas.openxmlformats.org/officeDocument/2006/relationships/notesSlide" Target="/ppt/notesSlides/notesSlide4.xml" Id="R3b5fabc6540f48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600997a2fc4ee0" /><Relationship Type="http://schemas.openxmlformats.org/officeDocument/2006/relationships/notesSlide" Target="/ppt/notesSlides/notesSlide5.xml" Id="R77fa5004a0944e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08dff6491749eb" /><Relationship Type="http://schemas.openxmlformats.org/officeDocument/2006/relationships/notesSlide" Target="/ppt/notesSlides/notesSlide6.xml" Id="R64bf2019b0ce48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6662dc59054216" /><Relationship Type="http://schemas.openxmlformats.org/officeDocument/2006/relationships/notesSlide" Target="/ppt/notesSlides/notesSlide7.xml" Id="R12b1344a4ec943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4E9F5-94D9-417F-AAF6-50A8E5DD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5C7FF"/>
                </a:solidFill>
              </a:defRPr>
            </a:defPPr>
            <a:lvl1pPr algn="l">
              <a:defRPr sz="1125" b="1">
                <a:solidFill>
                  <a:srgbClr val="55C7FF"/>
                </a:solidFill>
              </a:defRPr>
            </a:lvl1pPr>
            <a:lvl2pPr algn="l">
              <a:defRPr sz="1125" b="1">
                <a:solidFill>
                  <a:srgbClr val="55C7FF"/>
                </a:solidFill>
              </a:defRPr>
            </a:lvl2pPr>
            <a:lvl3pPr algn="l">
              <a:defRPr sz="1125" b="1">
                <a:solidFill>
                  <a:srgbClr val="55C7FF"/>
                </a:solidFill>
              </a:defRPr>
            </a:lvl3pPr>
            <a:lvl4pPr algn="l">
              <a:defRPr sz="1125" b="1">
                <a:solidFill>
                  <a:srgbClr val="55C7FF"/>
                </a:solidFill>
              </a:defRPr>
            </a:lvl4pPr>
            <a:lvl5pPr algn="l">
              <a:defRPr sz="1125" b="1">
                <a:solidFill>
                  <a:srgbClr val="55C7FF"/>
                </a:solidFill>
              </a:defRPr>
            </a:lvl5pPr>
            <a:lvl6pPr algn="l">
              <a:defRPr sz="1125" b="1">
                <a:solidFill>
                  <a:srgbClr val="55C7FF"/>
                </a:solidFill>
              </a:defRPr>
            </a:lvl6pPr>
            <a:lvl7pPr algn="l">
              <a:defRPr sz="1125" b="1">
                <a:solidFill>
                  <a:srgbClr val="55C7FF"/>
                </a:solidFill>
              </a:defRPr>
            </a:lvl7pPr>
            <a:lvl8pPr algn="l">
              <a:defRPr sz="1125" b="1">
                <a:solidFill>
                  <a:srgbClr val="55C7FF"/>
                </a:solidFill>
              </a:defRPr>
            </a:lvl8pPr>
            <a:lvl9pPr algn="l">
              <a:defRPr sz="1125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5C7FF"/>
                </a:solidFill>
              </a:defRPr>
            </a:pPr>
            <a:r>
              <a:rPr sz="1125" b="1">
                <a:solidFill>
                  <a:srgbClr val="55C7FF"/>
                </a:solidFill>
              </a:rPr>
              <a:t>OPEN AGENT HACKATHON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E1EC1-1724-4304-B114-BA43B95F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F4F8FF"/>
                </a:solidFill>
              </a:defRPr>
            </a:defPPr>
            <a:lvl1pPr algn="l">
              <a:defRPr sz="3600" b="1">
                <a:solidFill>
                  <a:srgbClr val="F4F8FF"/>
                </a:solidFill>
              </a:defRPr>
            </a:lvl1pPr>
            <a:lvl2pPr algn="l">
              <a:defRPr sz="3600" b="1">
                <a:solidFill>
                  <a:srgbClr val="F4F8FF"/>
                </a:solidFill>
              </a:defRPr>
            </a:lvl2pPr>
            <a:lvl3pPr algn="l">
              <a:defRPr sz="3600" b="1">
                <a:solidFill>
                  <a:srgbClr val="F4F8FF"/>
                </a:solidFill>
              </a:defRPr>
            </a:lvl3pPr>
            <a:lvl4pPr algn="l">
              <a:defRPr sz="3600" b="1">
                <a:solidFill>
                  <a:srgbClr val="F4F8FF"/>
                </a:solidFill>
              </a:defRPr>
            </a:lvl4pPr>
            <a:lvl5pPr algn="l">
              <a:defRPr sz="3600" b="1">
                <a:solidFill>
                  <a:srgbClr val="F4F8FF"/>
                </a:solidFill>
              </a:defRPr>
            </a:lvl5pPr>
            <a:lvl6pPr algn="l">
              <a:defRPr sz="3600" b="1">
                <a:solidFill>
                  <a:srgbClr val="F4F8FF"/>
                </a:solidFill>
              </a:defRPr>
            </a:lvl6pPr>
            <a:lvl7pPr algn="l">
              <a:defRPr sz="3600" b="1">
                <a:solidFill>
                  <a:srgbClr val="F4F8FF"/>
                </a:solidFill>
              </a:defRPr>
            </a:lvl7pPr>
            <a:lvl8pPr algn="l">
              <a:defRPr sz="3600" b="1">
                <a:solidFill>
                  <a:srgbClr val="F4F8FF"/>
                </a:solidFill>
              </a:defRPr>
            </a:lvl8pPr>
            <a:lvl9pPr algn="l">
              <a:defRPr sz="3600" b="1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4F8FF"/>
                </a:solidFill>
              </a:defRPr>
            </a:pPr>
            <a:r>
              <a:rPr sz="3600" b="1">
                <a:solidFill>
                  <a:srgbClr val="F4F8FF"/>
                </a:solidFill>
              </a:rPr>
              <a:t>VELQIRIS Market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B438D-2CB2-45D3-B6F7-0BF149C5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70E6B1"/>
                </a:solidFill>
              </a:defRPr>
            </a:defPPr>
            <a:lvl1pPr algn="l">
              <a:defRPr sz="2400" b="1">
                <a:solidFill>
                  <a:srgbClr val="70E6B1"/>
                </a:solidFill>
              </a:defRPr>
            </a:lvl1pPr>
            <a:lvl2pPr algn="l">
              <a:defRPr sz="2400" b="1">
                <a:solidFill>
                  <a:srgbClr val="70E6B1"/>
                </a:solidFill>
              </a:defRPr>
            </a:lvl2pPr>
            <a:lvl3pPr algn="l">
              <a:defRPr sz="2400" b="1">
                <a:solidFill>
                  <a:srgbClr val="70E6B1"/>
                </a:solidFill>
              </a:defRPr>
            </a:lvl3pPr>
            <a:lvl4pPr algn="l">
              <a:defRPr sz="2400" b="1">
                <a:solidFill>
                  <a:srgbClr val="70E6B1"/>
                </a:solidFill>
              </a:defRPr>
            </a:lvl4pPr>
            <a:lvl5pPr algn="l">
              <a:defRPr sz="2400" b="1">
                <a:solidFill>
                  <a:srgbClr val="70E6B1"/>
                </a:solidFill>
              </a:defRPr>
            </a:lvl5pPr>
            <a:lvl6pPr algn="l">
              <a:defRPr sz="2400" b="1">
                <a:solidFill>
                  <a:srgbClr val="70E6B1"/>
                </a:solidFill>
              </a:defRPr>
            </a:lvl6pPr>
            <a:lvl7pPr algn="l">
              <a:defRPr sz="2400" b="1">
                <a:solidFill>
                  <a:srgbClr val="70E6B1"/>
                </a:solidFill>
              </a:defRPr>
            </a:lvl7pPr>
            <a:lvl8pPr algn="l">
              <a:defRPr sz="2400" b="1">
                <a:solidFill>
                  <a:srgbClr val="70E6B1"/>
                </a:solidFill>
              </a:defRPr>
            </a:lvl8pPr>
            <a:lvl9pPr algn="l">
              <a:defRPr sz="2400" b="1">
                <a:solidFill>
                  <a:srgbClr val="70E6B1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70E6B1"/>
                </a:solidFill>
              </a:defRPr>
            </a:pPr>
            <a:r>
              <a:rPr sz="2400" b="1">
                <a:solidFill>
                  <a:srgbClr val="70E6B1"/>
                </a:solidFill>
              </a:rPr>
              <a:t>with ZEQARIS evidence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872FC-DA1A-42AA-A82D-FC06DF06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A8B7CC"/>
                </a:solidFill>
              </a:defRPr>
            </a:defPPr>
            <a:lvl1pPr algn="l">
              <a:defRPr sz="1725" b="0">
                <a:solidFill>
                  <a:srgbClr val="A8B7CC"/>
                </a:solidFill>
              </a:defRPr>
            </a:lvl1pPr>
            <a:lvl2pPr algn="l">
              <a:defRPr sz="1725" b="0">
                <a:solidFill>
                  <a:srgbClr val="A8B7CC"/>
                </a:solidFill>
              </a:defRPr>
            </a:lvl2pPr>
            <a:lvl3pPr algn="l">
              <a:defRPr sz="1725" b="0">
                <a:solidFill>
                  <a:srgbClr val="A8B7CC"/>
                </a:solidFill>
              </a:defRPr>
            </a:lvl3pPr>
            <a:lvl4pPr algn="l">
              <a:defRPr sz="1725" b="0">
                <a:solidFill>
                  <a:srgbClr val="A8B7CC"/>
                </a:solidFill>
              </a:defRPr>
            </a:lvl4pPr>
            <a:lvl5pPr algn="l">
              <a:defRPr sz="1725" b="0">
                <a:solidFill>
                  <a:srgbClr val="A8B7CC"/>
                </a:solidFill>
              </a:defRPr>
            </a:lvl5pPr>
            <a:lvl6pPr algn="l">
              <a:defRPr sz="1725" b="0">
                <a:solidFill>
                  <a:srgbClr val="A8B7CC"/>
                </a:solidFill>
              </a:defRPr>
            </a:lvl6pPr>
            <a:lvl7pPr algn="l">
              <a:defRPr sz="1725" b="0">
                <a:solidFill>
                  <a:srgbClr val="A8B7CC"/>
                </a:solidFill>
              </a:defRPr>
            </a:lvl7pPr>
            <a:lvl8pPr algn="l">
              <a:defRPr sz="1725" b="0">
                <a:solidFill>
                  <a:srgbClr val="A8B7CC"/>
                </a:solidFill>
              </a:defRPr>
            </a:lvl8pPr>
            <a:lvl9pPr algn="l">
              <a:defRPr sz="1725" b="0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7CC"/>
                </a:solidFill>
              </a:defRPr>
            </a:pPr>
            <a:r>
              <a:rPr sz="1725" b="0">
                <a:solidFill>
                  <a:srgbClr val="A8B7CC"/>
                </a:solidFill>
              </a:rPr>
              <a:t>An agent that explains why a market signal deserves trust, then blocks settlement when the evidence chain breaks.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4D772-A22E-4A18-8BD3-F3303B05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"/>
            <a:ext cx="2800350" cy="34290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0F1D33"/>
          </a:solidFill>
          <a:ln xmlns:a="http://schemas.openxmlformats.org/drawingml/2006/main" w="9525">
            <a:solidFill>
              <a:srgbClr val="55C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00EE8-BAB9-4361-8042-8DFB1E38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049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A8B7CC"/>
                </a:solidFill>
              </a:defRPr>
            </a:defPPr>
            <a:lvl1pPr algn="ctr">
              <a:defRPr sz="1350" b="1">
                <a:solidFill>
                  <a:srgbClr val="A8B7CC"/>
                </a:solidFill>
              </a:defRPr>
            </a:lvl1pPr>
            <a:lvl2pPr algn="ctr">
              <a:defRPr sz="1350" b="1">
                <a:solidFill>
                  <a:srgbClr val="A8B7CC"/>
                </a:solidFill>
              </a:defRPr>
            </a:lvl2pPr>
            <a:lvl3pPr algn="ctr">
              <a:defRPr sz="1350" b="1">
                <a:solidFill>
                  <a:srgbClr val="A8B7CC"/>
                </a:solidFill>
              </a:defRPr>
            </a:lvl3pPr>
            <a:lvl4pPr algn="ctr">
              <a:defRPr sz="1350" b="1">
                <a:solidFill>
                  <a:srgbClr val="A8B7CC"/>
                </a:solidFill>
              </a:defRPr>
            </a:lvl4pPr>
            <a:lvl5pPr algn="ctr">
              <a:defRPr sz="1350" b="1">
                <a:solidFill>
                  <a:srgbClr val="A8B7CC"/>
                </a:solidFill>
              </a:defRPr>
            </a:lvl5pPr>
            <a:lvl6pPr algn="ctr">
              <a:defRPr sz="1350" b="1">
                <a:solidFill>
                  <a:srgbClr val="A8B7CC"/>
                </a:solidFill>
              </a:defRPr>
            </a:lvl6pPr>
            <a:lvl7pPr algn="ctr">
              <a:defRPr sz="1350" b="1">
                <a:solidFill>
                  <a:srgbClr val="A8B7CC"/>
                </a:solidFill>
              </a:defRPr>
            </a:lvl7pPr>
            <a:lvl8pPr algn="ctr">
              <a:defRPr sz="1350" b="1">
                <a:solidFill>
                  <a:srgbClr val="A8B7CC"/>
                </a:solidFill>
              </a:defRPr>
            </a:lvl8pPr>
            <a:lvl9pPr algn="ctr">
              <a:defRPr sz="1350" b="1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A8B7CC"/>
                </a:solidFill>
              </a:defRPr>
            </a:pPr>
            <a:r>
              <a:rPr sz="1350" b="1">
                <a:solidFill>
                  <a:srgbClr val="A8B7CC"/>
                </a:solidFill>
              </a:rPr>
              <a:t>UNTRUSTED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2F590-677B-4C42-B397-D5C68972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764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55C7FF"/>
                </a:solidFill>
              </a:defRPr>
            </a:defPPr>
            <a:lvl1pPr algn="ctr">
              <a:defRPr sz="1350" b="1">
                <a:solidFill>
                  <a:srgbClr val="55C7FF"/>
                </a:solidFill>
              </a:defRPr>
            </a:lvl1pPr>
            <a:lvl2pPr algn="ctr">
              <a:defRPr sz="1350" b="1">
                <a:solidFill>
                  <a:srgbClr val="55C7FF"/>
                </a:solidFill>
              </a:defRPr>
            </a:lvl2pPr>
            <a:lvl3pPr algn="ctr">
              <a:defRPr sz="1350" b="1">
                <a:solidFill>
                  <a:srgbClr val="55C7FF"/>
                </a:solidFill>
              </a:defRPr>
            </a:lvl3pPr>
            <a:lvl4pPr algn="ctr">
              <a:defRPr sz="1350" b="1">
                <a:solidFill>
                  <a:srgbClr val="55C7FF"/>
                </a:solidFill>
              </a:defRPr>
            </a:lvl4pPr>
            <a:lvl5pPr algn="ctr">
              <a:defRPr sz="1350" b="1">
                <a:solidFill>
                  <a:srgbClr val="55C7FF"/>
                </a:solidFill>
              </a:defRPr>
            </a:lvl5pPr>
            <a:lvl6pPr algn="ctr">
              <a:defRPr sz="1350" b="1">
                <a:solidFill>
                  <a:srgbClr val="55C7FF"/>
                </a:solidFill>
              </a:defRPr>
            </a:lvl6pPr>
            <a:lvl7pPr algn="ctr">
              <a:defRPr sz="1350" b="1">
                <a:solidFill>
                  <a:srgbClr val="55C7FF"/>
                </a:solidFill>
              </a:defRPr>
            </a:lvl7pPr>
            <a:lvl8pPr algn="ctr">
              <a:defRPr sz="1350" b="1">
                <a:solidFill>
                  <a:srgbClr val="55C7FF"/>
                </a:solidFill>
              </a:defRPr>
            </a:lvl8pPr>
            <a:lvl9pPr algn="ctr">
              <a:defRPr sz="135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55C7FF"/>
                </a:solidFill>
              </a:defRPr>
            </a:pPr>
            <a:r>
              <a:rPr sz="1350" b="1">
                <a:solidFill>
                  <a:srgbClr val="55C7FF"/>
                </a:solidFill>
              </a:rPr>
              <a:t>ORDERED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9C073-10AF-4302-9D28-1003448D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70E6B1"/>
                </a:solidFill>
              </a:defRPr>
            </a:defPPr>
            <a:lvl1pPr algn="ctr">
              <a:defRPr sz="1350" b="1">
                <a:solidFill>
                  <a:srgbClr val="70E6B1"/>
                </a:solidFill>
              </a:defRPr>
            </a:lvl1pPr>
            <a:lvl2pPr algn="ctr">
              <a:defRPr sz="1350" b="1">
                <a:solidFill>
                  <a:srgbClr val="70E6B1"/>
                </a:solidFill>
              </a:defRPr>
            </a:lvl2pPr>
            <a:lvl3pPr algn="ctr">
              <a:defRPr sz="1350" b="1">
                <a:solidFill>
                  <a:srgbClr val="70E6B1"/>
                </a:solidFill>
              </a:defRPr>
            </a:lvl3pPr>
            <a:lvl4pPr algn="ctr">
              <a:defRPr sz="1350" b="1">
                <a:solidFill>
                  <a:srgbClr val="70E6B1"/>
                </a:solidFill>
              </a:defRPr>
            </a:lvl4pPr>
            <a:lvl5pPr algn="ctr">
              <a:defRPr sz="1350" b="1">
                <a:solidFill>
                  <a:srgbClr val="70E6B1"/>
                </a:solidFill>
              </a:defRPr>
            </a:lvl5pPr>
            <a:lvl6pPr algn="ctr">
              <a:defRPr sz="1350" b="1">
                <a:solidFill>
                  <a:srgbClr val="70E6B1"/>
                </a:solidFill>
              </a:defRPr>
            </a:lvl6pPr>
            <a:lvl7pPr algn="ctr">
              <a:defRPr sz="1350" b="1">
                <a:solidFill>
                  <a:srgbClr val="70E6B1"/>
                </a:solidFill>
              </a:defRPr>
            </a:lvl7pPr>
            <a:lvl8pPr algn="ctr">
              <a:defRPr sz="1350" b="1">
                <a:solidFill>
                  <a:srgbClr val="70E6B1"/>
                </a:solidFill>
              </a:defRPr>
            </a:lvl8pPr>
            <a:lvl9pPr algn="ctr">
              <a:defRPr sz="1350" b="1">
                <a:solidFill>
                  <a:srgbClr val="70E6B1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70E6B1"/>
                </a:solidFill>
              </a:defRPr>
            </a:pPr>
            <a:r>
              <a:rPr sz="1350" b="1">
                <a:solidFill>
                  <a:srgbClr val="70E6B1"/>
                </a:solidFill>
              </a:rPr>
              <a:t>ANCHORED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B8ABA-CCCC-4CE1-B63A-2BF1F51B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CC66"/>
                </a:solidFill>
              </a:defRPr>
            </a:defPPr>
            <a:lvl1pPr algn="ctr">
              <a:defRPr sz="1350" b="1">
                <a:solidFill>
                  <a:srgbClr val="FFCC66"/>
                </a:solidFill>
              </a:defRPr>
            </a:lvl1pPr>
            <a:lvl2pPr algn="ctr">
              <a:defRPr sz="1350" b="1">
                <a:solidFill>
                  <a:srgbClr val="FFCC66"/>
                </a:solidFill>
              </a:defRPr>
            </a:lvl2pPr>
            <a:lvl3pPr algn="ctr">
              <a:defRPr sz="1350" b="1">
                <a:solidFill>
                  <a:srgbClr val="FFCC66"/>
                </a:solidFill>
              </a:defRPr>
            </a:lvl3pPr>
            <a:lvl4pPr algn="ctr">
              <a:defRPr sz="1350" b="1">
                <a:solidFill>
                  <a:srgbClr val="FFCC66"/>
                </a:solidFill>
              </a:defRPr>
            </a:lvl4pPr>
            <a:lvl5pPr algn="ctr">
              <a:defRPr sz="1350" b="1">
                <a:solidFill>
                  <a:srgbClr val="FFCC66"/>
                </a:solidFill>
              </a:defRPr>
            </a:lvl5pPr>
            <a:lvl6pPr algn="ctr">
              <a:defRPr sz="1350" b="1">
                <a:solidFill>
                  <a:srgbClr val="FFCC66"/>
                </a:solidFill>
              </a:defRPr>
            </a:lvl6pPr>
            <a:lvl7pPr algn="ctr">
              <a:defRPr sz="1350" b="1">
                <a:solidFill>
                  <a:srgbClr val="FFCC66"/>
                </a:solidFill>
              </a:defRPr>
            </a:lvl7pPr>
            <a:lvl8pPr algn="ctr">
              <a:defRPr sz="1350" b="1">
                <a:solidFill>
                  <a:srgbClr val="FFCC66"/>
                </a:solidFill>
              </a:defRPr>
            </a:lvl8pPr>
            <a:lvl9pPr algn="ctr">
              <a:defRPr sz="1350" b="1">
                <a:solidFill>
                  <a:srgbClr val="FFCC66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CC66"/>
                </a:solidFill>
              </a:defRPr>
            </a:pPr>
            <a:r>
              <a:rPr sz="1350" b="1">
                <a:solidFill>
                  <a:srgbClr val="FFCC66"/>
                </a:solidFill>
              </a:rPr>
              <a:t>FINALIZED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388EF-5C49-4521-BCFF-42D478AE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909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4F8FF"/>
                </a:solidFill>
              </a:defRPr>
            </a:defPPr>
            <a:lvl1pPr algn="ctr">
              <a:defRPr sz="1350" b="1">
                <a:solidFill>
                  <a:srgbClr val="F4F8FF"/>
                </a:solidFill>
              </a:defRPr>
            </a:lvl1pPr>
            <a:lvl2pPr algn="ctr">
              <a:defRPr sz="1350" b="1">
                <a:solidFill>
                  <a:srgbClr val="F4F8FF"/>
                </a:solidFill>
              </a:defRPr>
            </a:lvl2pPr>
            <a:lvl3pPr algn="ctr">
              <a:defRPr sz="1350" b="1">
                <a:solidFill>
                  <a:srgbClr val="F4F8FF"/>
                </a:solidFill>
              </a:defRPr>
            </a:lvl3pPr>
            <a:lvl4pPr algn="ctr">
              <a:defRPr sz="1350" b="1">
                <a:solidFill>
                  <a:srgbClr val="F4F8FF"/>
                </a:solidFill>
              </a:defRPr>
            </a:lvl4pPr>
            <a:lvl5pPr algn="ctr">
              <a:defRPr sz="1350" b="1">
                <a:solidFill>
                  <a:srgbClr val="F4F8FF"/>
                </a:solidFill>
              </a:defRPr>
            </a:lvl5pPr>
            <a:lvl6pPr algn="ctr">
              <a:defRPr sz="1350" b="1">
                <a:solidFill>
                  <a:srgbClr val="F4F8FF"/>
                </a:solidFill>
              </a:defRPr>
            </a:lvl6pPr>
            <a:lvl7pPr algn="ctr">
              <a:defRPr sz="1350" b="1">
                <a:solidFill>
                  <a:srgbClr val="F4F8FF"/>
                </a:solidFill>
              </a:defRPr>
            </a:lvl7pPr>
            <a:lvl8pPr algn="ctr">
              <a:defRPr sz="1350" b="1">
                <a:solidFill>
                  <a:srgbClr val="F4F8FF"/>
                </a:solidFill>
              </a:defRPr>
            </a:lvl8pPr>
            <a:lvl9pPr algn="ctr">
              <a:defRPr sz="1350" b="1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4F8FF"/>
                </a:solidFill>
              </a:defRPr>
            </a:pPr>
            <a:r>
              <a:rPr sz="1350" b="1">
                <a:solidFill>
                  <a:srgbClr val="F4F8FF"/>
                </a:solidFill>
              </a:rPr>
              <a:t>PAID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29352-90CA-43CE-A49B-98299C8B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647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32641"/>
          </a:solidFill>
          <a:ln xmlns:a="http://schemas.openxmlformats.org/drawingml/2006/main" w="9525">
            <a:solidFill>
              <a:srgbClr val="55C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4BFED-1204-4709-8010-694BD360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55C7FF"/>
                </a:solidFill>
              </a:defRPr>
            </a:defPPr>
            <a:lvl1pPr algn="ctr">
              <a:defRPr sz="1125" b="1">
                <a:solidFill>
                  <a:srgbClr val="55C7FF"/>
                </a:solidFill>
              </a:defRPr>
            </a:lvl1pPr>
            <a:lvl2pPr algn="ctr">
              <a:defRPr sz="1125" b="1">
                <a:solidFill>
                  <a:srgbClr val="55C7FF"/>
                </a:solidFill>
              </a:defRPr>
            </a:lvl2pPr>
            <a:lvl3pPr algn="ctr">
              <a:defRPr sz="1125" b="1">
                <a:solidFill>
                  <a:srgbClr val="55C7FF"/>
                </a:solidFill>
              </a:defRPr>
            </a:lvl3pPr>
            <a:lvl4pPr algn="ctr">
              <a:defRPr sz="1125" b="1">
                <a:solidFill>
                  <a:srgbClr val="55C7FF"/>
                </a:solidFill>
              </a:defRPr>
            </a:lvl4pPr>
            <a:lvl5pPr algn="ctr">
              <a:defRPr sz="1125" b="1">
                <a:solidFill>
                  <a:srgbClr val="55C7FF"/>
                </a:solidFill>
              </a:defRPr>
            </a:lvl5pPr>
            <a:lvl6pPr algn="ctr">
              <a:defRPr sz="1125" b="1">
                <a:solidFill>
                  <a:srgbClr val="55C7FF"/>
                </a:solidFill>
              </a:defRPr>
            </a:lvl6pPr>
            <a:lvl7pPr algn="ctr">
              <a:defRPr sz="1125" b="1">
                <a:solidFill>
                  <a:srgbClr val="55C7FF"/>
                </a:solidFill>
              </a:defRPr>
            </a:lvl7pPr>
            <a:lvl8pPr algn="ctr">
              <a:defRPr sz="1125" b="1">
                <a:solidFill>
                  <a:srgbClr val="55C7FF"/>
                </a:solidFill>
              </a:defRPr>
            </a:lvl8pPr>
            <a:lvl9pPr algn="ctr">
              <a:defRPr sz="1125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55C7FF"/>
                </a:solidFill>
              </a:defRPr>
            </a:pPr>
            <a:r>
              <a:rPr sz="1125" b="1">
                <a:solidFill>
                  <a:srgbClr val="55C7FF"/>
                </a:solidFill>
              </a:rPr>
              <a:t>TRACK 02: EXPLAIN WHY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ACCEF-A147-431D-BB90-71ECE238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1970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32641"/>
          </a:solidFill>
          <a:ln xmlns:a="http://schemas.openxmlformats.org/drawingml/2006/main" w="9525">
            <a:solidFill>
              <a:srgbClr val="70E6B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F76890-FE70-48CE-96FA-97118558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238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70E6B1"/>
                </a:solidFill>
              </a:defRPr>
            </a:defPPr>
            <a:lvl1pPr algn="ctr">
              <a:defRPr sz="1125" b="1">
                <a:solidFill>
                  <a:srgbClr val="70E6B1"/>
                </a:solidFill>
              </a:defRPr>
            </a:lvl1pPr>
            <a:lvl2pPr algn="ctr">
              <a:defRPr sz="1125" b="1">
                <a:solidFill>
                  <a:srgbClr val="70E6B1"/>
                </a:solidFill>
              </a:defRPr>
            </a:lvl2pPr>
            <a:lvl3pPr algn="ctr">
              <a:defRPr sz="1125" b="1">
                <a:solidFill>
                  <a:srgbClr val="70E6B1"/>
                </a:solidFill>
              </a:defRPr>
            </a:lvl3pPr>
            <a:lvl4pPr algn="ctr">
              <a:defRPr sz="1125" b="1">
                <a:solidFill>
                  <a:srgbClr val="70E6B1"/>
                </a:solidFill>
              </a:defRPr>
            </a:lvl4pPr>
            <a:lvl5pPr algn="ctr">
              <a:defRPr sz="1125" b="1">
                <a:solidFill>
                  <a:srgbClr val="70E6B1"/>
                </a:solidFill>
              </a:defRPr>
            </a:lvl5pPr>
            <a:lvl6pPr algn="ctr">
              <a:defRPr sz="1125" b="1">
                <a:solidFill>
                  <a:srgbClr val="70E6B1"/>
                </a:solidFill>
              </a:defRPr>
            </a:lvl6pPr>
            <a:lvl7pPr algn="ctr">
              <a:defRPr sz="1125" b="1">
                <a:solidFill>
                  <a:srgbClr val="70E6B1"/>
                </a:solidFill>
              </a:defRPr>
            </a:lvl7pPr>
            <a:lvl8pPr algn="ctr">
              <a:defRPr sz="1125" b="1">
                <a:solidFill>
                  <a:srgbClr val="70E6B1"/>
                </a:solidFill>
              </a:defRPr>
            </a:lvl8pPr>
            <a:lvl9pPr algn="ctr">
              <a:defRPr sz="1125" b="1">
                <a:solidFill>
                  <a:srgbClr val="70E6B1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70E6B1"/>
                </a:solidFill>
              </a:defRPr>
            </a:pPr>
            <a:r>
              <a:rPr sz="1125" b="1">
                <a:solidFill>
                  <a:srgbClr val="70E6B1"/>
                </a:solidFill>
              </a:rPr>
              <a:t>FAIL CLOSED</a:t>
            </a:r>
          </a:p>
        </p:txBody>
      </p:sp>
    </p:spTree>
    <p:extLst>
      <p:ext uri="{BB962C8B-B14F-4D97-AF65-F5344CB8AC3E}">
        <p14:creationId xmlns:p14="http://schemas.microsoft.com/office/powerpoint/2010/main" val="10333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2E055-12EC-4FF8-BA22-E4897D93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5C7FF"/>
                </a:solidFill>
              </a:defRPr>
            </a:defPPr>
            <a:lvl1pPr algn="l">
              <a:defRPr sz="1050" b="1">
                <a:solidFill>
                  <a:srgbClr val="55C7FF"/>
                </a:solidFill>
              </a:defRPr>
            </a:lvl1pPr>
            <a:lvl2pPr algn="l">
              <a:defRPr sz="1050" b="1">
                <a:solidFill>
                  <a:srgbClr val="55C7FF"/>
                </a:solidFill>
              </a:defRPr>
            </a:lvl2pPr>
            <a:lvl3pPr algn="l">
              <a:defRPr sz="1050" b="1">
                <a:solidFill>
                  <a:srgbClr val="55C7FF"/>
                </a:solidFill>
              </a:defRPr>
            </a:lvl3pPr>
            <a:lvl4pPr algn="l">
              <a:defRPr sz="1050" b="1">
                <a:solidFill>
                  <a:srgbClr val="55C7FF"/>
                </a:solidFill>
              </a:defRPr>
            </a:lvl4pPr>
            <a:lvl5pPr algn="l">
              <a:defRPr sz="1050" b="1">
                <a:solidFill>
                  <a:srgbClr val="55C7FF"/>
                </a:solidFill>
              </a:defRPr>
            </a:lvl5pPr>
            <a:lvl6pPr algn="l">
              <a:defRPr sz="1050" b="1">
                <a:solidFill>
                  <a:srgbClr val="55C7FF"/>
                </a:solidFill>
              </a:defRPr>
            </a:lvl6pPr>
            <a:lvl7pPr algn="l">
              <a:defRPr sz="1050" b="1">
                <a:solidFill>
                  <a:srgbClr val="55C7FF"/>
                </a:solidFill>
              </a:defRPr>
            </a:lvl7pPr>
            <a:lvl8pPr algn="l">
              <a:defRPr sz="1050" b="1">
                <a:solidFill>
                  <a:srgbClr val="55C7FF"/>
                </a:solidFill>
              </a:defRPr>
            </a:lvl8pPr>
            <a:lvl9pPr algn="l">
              <a:defRPr sz="105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5C7FF"/>
                </a:solidFill>
              </a:defRPr>
            </a:pPr>
            <a:r>
              <a:rPr sz="1050" b="1">
                <a:solidFill>
                  <a:srgbClr val="55C7FF"/>
                </a:solidFill>
              </a:rPr>
              <a:t>OPEN AGENT HACKATHON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A5DFD-2003-402E-8129-1DB1CFE6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8FF"/>
                </a:solidFill>
              </a:defRPr>
            </a:defPPr>
            <a:lvl1pPr algn="l">
              <a:defRPr sz="2550" b="1">
                <a:solidFill>
                  <a:srgbClr val="F4F8FF"/>
                </a:solidFill>
              </a:defRPr>
            </a:lvl1pPr>
            <a:lvl2pPr algn="l">
              <a:defRPr sz="2550" b="1">
                <a:solidFill>
                  <a:srgbClr val="F4F8FF"/>
                </a:solidFill>
              </a:defRPr>
            </a:lvl2pPr>
            <a:lvl3pPr algn="l">
              <a:defRPr sz="2550" b="1">
                <a:solidFill>
                  <a:srgbClr val="F4F8FF"/>
                </a:solidFill>
              </a:defRPr>
            </a:lvl3pPr>
            <a:lvl4pPr algn="l">
              <a:defRPr sz="2550" b="1">
                <a:solidFill>
                  <a:srgbClr val="F4F8FF"/>
                </a:solidFill>
              </a:defRPr>
            </a:lvl4pPr>
            <a:lvl5pPr algn="l">
              <a:defRPr sz="2550" b="1">
                <a:solidFill>
                  <a:srgbClr val="F4F8FF"/>
                </a:solidFill>
              </a:defRPr>
            </a:lvl5pPr>
            <a:lvl6pPr algn="l">
              <a:defRPr sz="2550" b="1">
                <a:solidFill>
                  <a:srgbClr val="F4F8FF"/>
                </a:solidFill>
              </a:defRPr>
            </a:lvl6pPr>
            <a:lvl7pPr algn="l">
              <a:defRPr sz="2550" b="1">
                <a:solidFill>
                  <a:srgbClr val="F4F8FF"/>
                </a:solidFill>
              </a:defRPr>
            </a:lvl7pPr>
            <a:lvl8pPr algn="l">
              <a:defRPr sz="2550" b="1">
                <a:solidFill>
                  <a:srgbClr val="F4F8FF"/>
                </a:solidFill>
              </a:defRPr>
            </a:lvl8pPr>
            <a:lvl9pPr algn="l">
              <a:defRPr sz="2550" b="1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8FF"/>
                </a:solidFill>
              </a:defRPr>
            </a:pPr>
            <a:r>
              <a:rPr sz="2550" b="1">
                <a:solidFill>
                  <a:srgbClr val="F4F8FF"/>
                </a:solidFill>
              </a:rPr>
              <a:t>Market data can look precise and still be unsafe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AF700-9D19-4D28-A4FF-53D99AF7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29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8B7CC"/>
                </a:solidFill>
              </a:defRPr>
            </a:defPPr>
            <a:lvl1pPr algn="r">
              <a:defRPr sz="1050" b="1">
                <a:solidFill>
                  <a:srgbClr val="A8B7CC"/>
                </a:solidFill>
              </a:defRPr>
            </a:lvl1pPr>
            <a:lvl2pPr algn="r">
              <a:defRPr sz="1050" b="1">
                <a:solidFill>
                  <a:srgbClr val="A8B7CC"/>
                </a:solidFill>
              </a:defRPr>
            </a:lvl2pPr>
            <a:lvl3pPr algn="r">
              <a:defRPr sz="1050" b="1">
                <a:solidFill>
                  <a:srgbClr val="A8B7CC"/>
                </a:solidFill>
              </a:defRPr>
            </a:lvl3pPr>
            <a:lvl4pPr algn="r">
              <a:defRPr sz="1050" b="1">
                <a:solidFill>
                  <a:srgbClr val="A8B7CC"/>
                </a:solidFill>
              </a:defRPr>
            </a:lvl4pPr>
            <a:lvl5pPr algn="r">
              <a:defRPr sz="1050" b="1">
                <a:solidFill>
                  <a:srgbClr val="A8B7CC"/>
                </a:solidFill>
              </a:defRPr>
            </a:lvl5pPr>
            <a:lvl6pPr algn="r">
              <a:defRPr sz="1050" b="1">
                <a:solidFill>
                  <a:srgbClr val="A8B7CC"/>
                </a:solidFill>
              </a:defRPr>
            </a:lvl6pPr>
            <a:lvl7pPr algn="r">
              <a:defRPr sz="1050" b="1">
                <a:solidFill>
                  <a:srgbClr val="A8B7CC"/>
                </a:solidFill>
              </a:defRPr>
            </a:lvl7pPr>
            <a:lvl8pPr algn="r">
              <a:defRPr sz="1050" b="1">
                <a:solidFill>
                  <a:srgbClr val="A8B7CC"/>
                </a:solidFill>
              </a:defRPr>
            </a:lvl8pPr>
            <a:lvl9pPr algn="r">
              <a:defRPr sz="1050" b="1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A8B7CC"/>
                </a:solidFill>
              </a:defRPr>
            </a:pPr>
            <a:r>
              <a:rPr sz="1050" b="1">
                <a:solidFill>
                  <a:srgbClr val="A8B7CC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32D1C-3737-44CF-835F-89165C35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857750" cy="4152900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0F1D33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12BFB-7D7A-4AFB-A5F2-5544C115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7185"/>
                </a:solidFill>
              </a:defRPr>
            </a:defPPr>
            <a:lvl1pPr algn="l">
              <a:defRPr sz="1650" b="1">
                <a:solidFill>
                  <a:srgbClr val="FF7185"/>
                </a:solidFill>
              </a:defRPr>
            </a:lvl1pPr>
            <a:lvl2pPr algn="l">
              <a:defRPr sz="1650" b="1">
                <a:solidFill>
                  <a:srgbClr val="FF7185"/>
                </a:solidFill>
              </a:defRPr>
            </a:lvl2pPr>
            <a:lvl3pPr algn="l">
              <a:defRPr sz="1650" b="1">
                <a:solidFill>
                  <a:srgbClr val="FF7185"/>
                </a:solidFill>
              </a:defRPr>
            </a:lvl3pPr>
            <a:lvl4pPr algn="l">
              <a:defRPr sz="1650" b="1">
                <a:solidFill>
                  <a:srgbClr val="FF7185"/>
                </a:solidFill>
              </a:defRPr>
            </a:lvl4pPr>
            <a:lvl5pPr algn="l">
              <a:defRPr sz="1650" b="1">
                <a:solidFill>
                  <a:srgbClr val="FF7185"/>
                </a:solidFill>
              </a:defRPr>
            </a:lvl5pPr>
            <a:lvl6pPr algn="l">
              <a:defRPr sz="1650" b="1">
                <a:solidFill>
                  <a:srgbClr val="FF7185"/>
                </a:solidFill>
              </a:defRPr>
            </a:lvl6pPr>
            <a:lvl7pPr algn="l">
              <a:defRPr sz="1650" b="1">
                <a:solidFill>
                  <a:srgbClr val="FF7185"/>
                </a:solidFill>
              </a:defRPr>
            </a:lvl7pPr>
            <a:lvl8pPr algn="l">
              <a:defRPr sz="1650" b="1">
                <a:solidFill>
                  <a:srgbClr val="FF7185"/>
                </a:solidFill>
              </a:defRPr>
            </a:lvl8pPr>
            <a:lvl9pPr algn="l">
              <a:defRPr sz="1650" b="1">
                <a:solidFill>
                  <a:srgbClr val="FF7185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7185"/>
                </a:solidFill>
              </a:defRPr>
            </a:pPr>
            <a:r>
              <a:rPr sz="1650" b="1">
                <a:solidFill>
                  <a:srgbClr val="FF7185"/>
                </a:solidFill>
              </a:rPr>
              <a:t>The failure mode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532C4-A207-446B-8737-33FB7E1B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4095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4F8FF"/>
                </a:solidFill>
              </a:defRPr>
            </a:defPPr>
            <a:lvl1pPr algn="l">
              <a:defRPr sz="1650" b="0">
                <a:solidFill>
                  <a:srgbClr val="F4F8FF"/>
                </a:solidFill>
              </a:defRPr>
            </a:lvl1pPr>
            <a:lvl2pPr algn="l">
              <a:defRPr sz="1650" b="0">
                <a:solidFill>
                  <a:srgbClr val="F4F8FF"/>
                </a:solidFill>
              </a:defRPr>
            </a:lvl2pPr>
            <a:lvl3pPr algn="l">
              <a:defRPr sz="1650" b="0">
                <a:solidFill>
                  <a:srgbClr val="F4F8FF"/>
                </a:solidFill>
              </a:defRPr>
            </a:lvl3pPr>
            <a:lvl4pPr algn="l">
              <a:defRPr sz="1650" b="0">
                <a:solidFill>
                  <a:srgbClr val="F4F8FF"/>
                </a:solidFill>
              </a:defRPr>
            </a:lvl4pPr>
            <a:lvl5pPr algn="l">
              <a:defRPr sz="1650" b="0">
                <a:solidFill>
                  <a:srgbClr val="F4F8FF"/>
                </a:solidFill>
              </a:defRPr>
            </a:lvl5pPr>
            <a:lvl6pPr algn="l">
              <a:defRPr sz="1650" b="0">
                <a:solidFill>
                  <a:srgbClr val="F4F8FF"/>
                </a:solidFill>
              </a:defRPr>
            </a:lvl6pPr>
            <a:lvl7pPr algn="l">
              <a:defRPr sz="1650" b="0">
                <a:solidFill>
                  <a:srgbClr val="F4F8FF"/>
                </a:solidFill>
              </a:defRPr>
            </a:lvl7pPr>
            <a:lvl8pPr algn="l">
              <a:defRPr sz="1650" b="0">
                <a:solidFill>
                  <a:srgbClr val="F4F8FF"/>
                </a:solidFill>
              </a:defRPr>
            </a:lvl8pPr>
            <a:lvl9pPr algn="l">
              <a:defRPr sz="1650" b="0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F"/>
                </a:solidFill>
              </a:defRPr>
            </a:pPr>
            <a:r>
              <a:rPr sz="1650" b="0">
                <a:solidFill>
                  <a:srgbClr val="F4F8FF"/>
                </a:solidFill>
              </a:rPr>
              <a:t>A single delayed or manipulated venue can distort an automated decision. A language model may then produce a fluent explanation for the wrong price.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9BF5C-2ACF-4601-97E1-8BD29D15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A8B7CC"/>
                </a:solidFill>
              </a:defRPr>
            </a:defPPr>
            <a:lvl1pPr algn="l">
              <a:defRPr sz="1650" b="0">
                <a:solidFill>
                  <a:srgbClr val="A8B7CC"/>
                </a:solidFill>
              </a:defRPr>
            </a:lvl1pPr>
            <a:lvl2pPr algn="l">
              <a:defRPr sz="1650" b="0">
                <a:solidFill>
                  <a:srgbClr val="A8B7CC"/>
                </a:solidFill>
              </a:defRPr>
            </a:lvl2pPr>
            <a:lvl3pPr algn="l">
              <a:defRPr sz="1650" b="0">
                <a:solidFill>
                  <a:srgbClr val="A8B7CC"/>
                </a:solidFill>
              </a:defRPr>
            </a:lvl3pPr>
            <a:lvl4pPr algn="l">
              <a:defRPr sz="1650" b="0">
                <a:solidFill>
                  <a:srgbClr val="A8B7CC"/>
                </a:solidFill>
              </a:defRPr>
            </a:lvl4pPr>
            <a:lvl5pPr algn="l">
              <a:defRPr sz="1650" b="0">
                <a:solidFill>
                  <a:srgbClr val="A8B7CC"/>
                </a:solidFill>
              </a:defRPr>
            </a:lvl5pPr>
            <a:lvl6pPr algn="l">
              <a:defRPr sz="1650" b="0">
                <a:solidFill>
                  <a:srgbClr val="A8B7CC"/>
                </a:solidFill>
              </a:defRPr>
            </a:lvl6pPr>
            <a:lvl7pPr algn="l">
              <a:defRPr sz="1650" b="0">
                <a:solidFill>
                  <a:srgbClr val="A8B7CC"/>
                </a:solidFill>
              </a:defRPr>
            </a:lvl7pPr>
            <a:lvl8pPr algn="l">
              <a:defRPr sz="1650" b="0">
                <a:solidFill>
                  <a:srgbClr val="A8B7CC"/>
                </a:solidFill>
              </a:defRPr>
            </a:lvl8pPr>
            <a:lvl9pPr algn="l">
              <a:defRPr sz="1650" b="0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8B7CC"/>
                </a:solidFill>
              </a:defRPr>
            </a:pPr>
            <a:r>
              <a:rPr sz="1650" b="0">
                <a:solidFill>
                  <a:srgbClr val="A8B7CC"/>
                </a:solidFill>
              </a:rPr>
              <a:t>Risk teams need the source rows, the mathematical rejection rule and a tamper-evident record of the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89397-8A15-4195-896C-06BD5295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66850"/>
            <a:ext cx="5657850" cy="4152900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13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E0896-FA21-4ADC-9A8E-C8F48B76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55C7FF"/>
                </a:solidFill>
              </a:defRPr>
            </a:defPPr>
            <a:lvl1pPr algn="l">
              <a:defRPr sz="1650" b="1">
                <a:solidFill>
                  <a:srgbClr val="55C7FF"/>
                </a:solidFill>
              </a:defRPr>
            </a:lvl1pPr>
            <a:lvl2pPr algn="l">
              <a:defRPr sz="1650" b="1">
                <a:solidFill>
                  <a:srgbClr val="55C7FF"/>
                </a:solidFill>
              </a:defRPr>
            </a:lvl2pPr>
            <a:lvl3pPr algn="l">
              <a:defRPr sz="1650" b="1">
                <a:solidFill>
                  <a:srgbClr val="55C7FF"/>
                </a:solidFill>
              </a:defRPr>
            </a:lvl3pPr>
            <a:lvl4pPr algn="l">
              <a:defRPr sz="1650" b="1">
                <a:solidFill>
                  <a:srgbClr val="55C7FF"/>
                </a:solidFill>
              </a:defRPr>
            </a:lvl4pPr>
            <a:lvl5pPr algn="l">
              <a:defRPr sz="1650" b="1">
                <a:solidFill>
                  <a:srgbClr val="55C7FF"/>
                </a:solidFill>
              </a:defRPr>
            </a:lvl5pPr>
            <a:lvl6pPr algn="l">
              <a:defRPr sz="1650" b="1">
                <a:solidFill>
                  <a:srgbClr val="55C7FF"/>
                </a:solidFill>
              </a:defRPr>
            </a:lvl6pPr>
            <a:lvl7pPr algn="l">
              <a:defRPr sz="1650" b="1">
                <a:solidFill>
                  <a:srgbClr val="55C7FF"/>
                </a:solidFill>
              </a:defRPr>
            </a:lvl7pPr>
            <a:lvl8pPr algn="l">
              <a:defRPr sz="1650" b="1">
                <a:solidFill>
                  <a:srgbClr val="55C7FF"/>
                </a:solidFill>
              </a:defRPr>
            </a:lvl8pPr>
            <a:lvl9pPr algn="l">
              <a:defRPr sz="165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5C7FF"/>
                </a:solidFill>
              </a:defRPr>
            </a:pPr>
            <a:r>
              <a:rPr sz="1650" b="1">
                <a:solidFill>
                  <a:srgbClr val="55C7FF"/>
                </a:solidFill>
              </a:rPr>
              <a:t>What the agent must 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2C3E5-8531-48BA-8ECC-78CBE0FA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70E6B1"/>
                </a:solidFill>
              </a:defRPr>
            </a:defPPr>
            <a:lvl1pPr algn="l">
              <a:defRPr sz="1350" b="1">
                <a:solidFill>
                  <a:srgbClr val="70E6B1"/>
                </a:solidFill>
              </a:defRPr>
            </a:lvl1pPr>
            <a:lvl2pPr algn="l">
              <a:defRPr sz="1350" b="1">
                <a:solidFill>
                  <a:srgbClr val="70E6B1"/>
                </a:solidFill>
              </a:defRPr>
            </a:lvl2pPr>
            <a:lvl3pPr algn="l">
              <a:defRPr sz="1350" b="1">
                <a:solidFill>
                  <a:srgbClr val="70E6B1"/>
                </a:solidFill>
              </a:defRPr>
            </a:lvl3pPr>
            <a:lvl4pPr algn="l">
              <a:defRPr sz="1350" b="1">
                <a:solidFill>
                  <a:srgbClr val="70E6B1"/>
                </a:solidFill>
              </a:defRPr>
            </a:lvl4pPr>
            <a:lvl5pPr algn="l">
              <a:defRPr sz="1350" b="1">
                <a:solidFill>
                  <a:srgbClr val="70E6B1"/>
                </a:solidFill>
              </a:defRPr>
            </a:lvl5pPr>
            <a:lvl6pPr algn="l">
              <a:defRPr sz="1350" b="1">
                <a:solidFill>
                  <a:srgbClr val="70E6B1"/>
                </a:solidFill>
              </a:defRPr>
            </a:lvl6pPr>
            <a:lvl7pPr algn="l">
              <a:defRPr sz="1350" b="1">
                <a:solidFill>
                  <a:srgbClr val="70E6B1"/>
                </a:solidFill>
              </a:defRPr>
            </a:lvl7pPr>
            <a:lvl8pPr algn="l">
              <a:defRPr sz="1350" b="1">
                <a:solidFill>
                  <a:srgbClr val="70E6B1"/>
                </a:solidFill>
              </a:defRPr>
            </a:lvl8pPr>
            <a:lvl9pPr algn="l">
              <a:defRPr sz="1350" b="1">
                <a:solidFill>
                  <a:srgbClr val="70E6B1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70E6B1"/>
                </a:solidFill>
              </a:defRPr>
            </a:pPr>
            <a:r>
              <a:rPr sz="1350" b="1">
                <a:solidFill>
                  <a:srgbClr val="70E6B1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1E4DA-6FE9-4A21-9126-AD2435AF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907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8FF"/>
                </a:solidFill>
              </a:defRPr>
            </a:defPPr>
            <a:lvl1pPr algn="l">
              <a:defRPr sz="1500" b="0">
                <a:solidFill>
                  <a:srgbClr val="F4F8FF"/>
                </a:solidFill>
              </a:defRPr>
            </a:lvl1pPr>
            <a:lvl2pPr algn="l">
              <a:defRPr sz="1500" b="0">
                <a:solidFill>
                  <a:srgbClr val="F4F8FF"/>
                </a:solidFill>
              </a:defRPr>
            </a:lvl2pPr>
            <a:lvl3pPr algn="l">
              <a:defRPr sz="1500" b="0">
                <a:solidFill>
                  <a:srgbClr val="F4F8FF"/>
                </a:solidFill>
              </a:defRPr>
            </a:lvl3pPr>
            <a:lvl4pPr algn="l">
              <a:defRPr sz="1500" b="0">
                <a:solidFill>
                  <a:srgbClr val="F4F8FF"/>
                </a:solidFill>
              </a:defRPr>
            </a:lvl4pPr>
            <a:lvl5pPr algn="l">
              <a:defRPr sz="1500" b="0">
                <a:solidFill>
                  <a:srgbClr val="F4F8FF"/>
                </a:solidFill>
              </a:defRPr>
            </a:lvl5pPr>
            <a:lvl6pPr algn="l">
              <a:defRPr sz="1500" b="0">
                <a:solidFill>
                  <a:srgbClr val="F4F8FF"/>
                </a:solidFill>
              </a:defRPr>
            </a:lvl6pPr>
            <a:lvl7pPr algn="l">
              <a:defRPr sz="1500" b="0">
                <a:solidFill>
                  <a:srgbClr val="F4F8FF"/>
                </a:solidFill>
              </a:defRPr>
            </a:lvl7pPr>
            <a:lvl8pPr algn="l">
              <a:defRPr sz="1500" b="0">
                <a:solidFill>
                  <a:srgbClr val="F4F8FF"/>
                </a:solidFill>
              </a:defRPr>
            </a:lvl8pPr>
            <a:lvl9pPr algn="l">
              <a:defRPr sz="1500" b="0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F"/>
                </a:solidFill>
              </a:defRPr>
            </a:pPr>
            <a:r>
              <a:rPr sz="1500" b="0">
                <a:solidFill>
                  <a:srgbClr val="F4F8FF"/>
                </a:solidFill>
              </a:rPr>
              <a:t>Which venues contributed to consensus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C2CF7-D57F-49FA-ABDC-CB2CD063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718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70E6B1"/>
                </a:solidFill>
              </a:defRPr>
            </a:defPPr>
            <a:lvl1pPr algn="l">
              <a:defRPr sz="1350" b="1">
                <a:solidFill>
                  <a:srgbClr val="70E6B1"/>
                </a:solidFill>
              </a:defRPr>
            </a:lvl1pPr>
            <a:lvl2pPr algn="l">
              <a:defRPr sz="1350" b="1">
                <a:solidFill>
                  <a:srgbClr val="70E6B1"/>
                </a:solidFill>
              </a:defRPr>
            </a:lvl2pPr>
            <a:lvl3pPr algn="l">
              <a:defRPr sz="1350" b="1">
                <a:solidFill>
                  <a:srgbClr val="70E6B1"/>
                </a:solidFill>
              </a:defRPr>
            </a:lvl3pPr>
            <a:lvl4pPr algn="l">
              <a:defRPr sz="1350" b="1">
                <a:solidFill>
                  <a:srgbClr val="70E6B1"/>
                </a:solidFill>
              </a:defRPr>
            </a:lvl4pPr>
            <a:lvl5pPr algn="l">
              <a:defRPr sz="1350" b="1">
                <a:solidFill>
                  <a:srgbClr val="70E6B1"/>
                </a:solidFill>
              </a:defRPr>
            </a:lvl5pPr>
            <a:lvl6pPr algn="l">
              <a:defRPr sz="1350" b="1">
                <a:solidFill>
                  <a:srgbClr val="70E6B1"/>
                </a:solidFill>
              </a:defRPr>
            </a:lvl6pPr>
            <a:lvl7pPr algn="l">
              <a:defRPr sz="1350" b="1">
                <a:solidFill>
                  <a:srgbClr val="70E6B1"/>
                </a:solidFill>
              </a:defRPr>
            </a:lvl7pPr>
            <a:lvl8pPr algn="l">
              <a:defRPr sz="1350" b="1">
                <a:solidFill>
                  <a:srgbClr val="70E6B1"/>
                </a:solidFill>
              </a:defRPr>
            </a:lvl8pPr>
            <a:lvl9pPr algn="l">
              <a:defRPr sz="1350" b="1">
                <a:solidFill>
                  <a:srgbClr val="70E6B1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70E6B1"/>
                </a:solidFill>
              </a:defRPr>
            </a:pPr>
            <a:r>
              <a:rPr sz="1350" b="1">
                <a:solidFill>
                  <a:srgbClr val="70E6B1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9983B-CF44-4645-B007-6FB974E9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337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8FF"/>
                </a:solidFill>
              </a:defRPr>
            </a:defPPr>
            <a:lvl1pPr algn="l">
              <a:defRPr sz="1500" b="0">
                <a:solidFill>
                  <a:srgbClr val="F4F8FF"/>
                </a:solidFill>
              </a:defRPr>
            </a:lvl1pPr>
            <a:lvl2pPr algn="l">
              <a:defRPr sz="1500" b="0">
                <a:solidFill>
                  <a:srgbClr val="F4F8FF"/>
                </a:solidFill>
              </a:defRPr>
            </a:lvl2pPr>
            <a:lvl3pPr algn="l">
              <a:defRPr sz="1500" b="0">
                <a:solidFill>
                  <a:srgbClr val="F4F8FF"/>
                </a:solidFill>
              </a:defRPr>
            </a:lvl3pPr>
            <a:lvl4pPr algn="l">
              <a:defRPr sz="1500" b="0">
                <a:solidFill>
                  <a:srgbClr val="F4F8FF"/>
                </a:solidFill>
              </a:defRPr>
            </a:lvl4pPr>
            <a:lvl5pPr algn="l">
              <a:defRPr sz="1500" b="0">
                <a:solidFill>
                  <a:srgbClr val="F4F8FF"/>
                </a:solidFill>
              </a:defRPr>
            </a:lvl5pPr>
            <a:lvl6pPr algn="l">
              <a:defRPr sz="1500" b="0">
                <a:solidFill>
                  <a:srgbClr val="F4F8FF"/>
                </a:solidFill>
              </a:defRPr>
            </a:lvl6pPr>
            <a:lvl7pPr algn="l">
              <a:defRPr sz="1500" b="0">
                <a:solidFill>
                  <a:srgbClr val="F4F8FF"/>
                </a:solidFill>
              </a:defRPr>
            </a:lvl7pPr>
            <a:lvl8pPr algn="l">
              <a:defRPr sz="1500" b="0">
                <a:solidFill>
                  <a:srgbClr val="F4F8FF"/>
                </a:solidFill>
              </a:defRPr>
            </a:lvl8pPr>
            <a:lvl9pPr algn="l">
              <a:defRPr sz="1500" b="0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F"/>
                </a:solidFill>
              </a:defRPr>
            </a:pPr>
            <a:r>
              <a:rPr sz="1500" b="0">
                <a:solidFill>
                  <a:srgbClr val="F4F8FF"/>
                </a:solidFill>
              </a:rPr>
              <a:t>Why an outlier was excluded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C402F-FD8D-4322-99D2-D0C1AE33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147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70E6B1"/>
                </a:solidFill>
              </a:defRPr>
            </a:defPPr>
            <a:lvl1pPr algn="l">
              <a:defRPr sz="1350" b="1">
                <a:solidFill>
                  <a:srgbClr val="70E6B1"/>
                </a:solidFill>
              </a:defRPr>
            </a:lvl1pPr>
            <a:lvl2pPr algn="l">
              <a:defRPr sz="1350" b="1">
                <a:solidFill>
                  <a:srgbClr val="70E6B1"/>
                </a:solidFill>
              </a:defRPr>
            </a:lvl2pPr>
            <a:lvl3pPr algn="l">
              <a:defRPr sz="1350" b="1">
                <a:solidFill>
                  <a:srgbClr val="70E6B1"/>
                </a:solidFill>
              </a:defRPr>
            </a:lvl3pPr>
            <a:lvl4pPr algn="l">
              <a:defRPr sz="1350" b="1">
                <a:solidFill>
                  <a:srgbClr val="70E6B1"/>
                </a:solidFill>
              </a:defRPr>
            </a:lvl4pPr>
            <a:lvl5pPr algn="l">
              <a:defRPr sz="1350" b="1">
                <a:solidFill>
                  <a:srgbClr val="70E6B1"/>
                </a:solidFill>
              </a:defRPr>
            </a:lvl5pPr>
            <a:lvl6pPr algn="l">
              <a:defRPr sz="1350" b="1">
                <a:solidFill>
                  <a:srgbClr val="70E6B1"/>
                </a:solidFill>
              </a:defRPr>
            </a:lvl6pPr>
            <a:lvl7pPr algn="l">
              <a:defRPr sz="1350" b="1">
                <a:solidFill>
                  <a:srgbClr val="70E6B1"/>
                </a:solidFill>
              </a:defRPr>
            </a:lvl7pPr>
            <a:lvl8pPr algn="l">
              <a:defRPr sz="1350" b="1">
                <a:solidFill>
                  <a:srgbClr val="70E6B1"/>
                </a:solidFill>
              </a:defRPr>
            </a:lvl8pPr>
            <a:lvl9pPr algn="l">
              <a:defRPr sz="1350" b="1">
                <a:solidFill>
                  <a:srgbClr val="70E6B1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70E6B1"/>
                </a:solidFill>
              </a:defRPr>
            </a:pPr>
            <a:r>
              <a:rPr sz="1350" b="1">
                <a:solidFill>
                  <a:srgbClr val="70E6B1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0B8FD-23DB-442B-9200-6170BB92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766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8FF"/>
                </a:solidFill>
              </a:defRPr>
            </a:defPPr>
            <a:lvl1pPr algn="l">
              <a:defRPr sz="1500" b="0">
                <a:solidFill>
                  <a:srgbClr val="F4F8FF"/>
                </a:solidFill>
              </a:defRPr>
            </a:lvl1pPr>
            <a:lvl2pPr algn="l">
              <a:defRPr sz="1500" b="0">
                <a:solidFill>
                  <a:srgbClr val="F4F8FF"/>
                </a:solidFill>
              </a:defRPr>
            </a:lvl2pPr>
            <a:lvl3pPr algn="l">
              <a:defRPr sz="1500" b="0">
                <a:solidFill>
                  <a:srgbClr val="F4F8FF"/>
                </a:solidFill>
              </a:defRPr>
            </a:lvl3pPr>
            <a:lvl4pPr algn="l">
              <a:defRPr sz="1500" b="0">
                <a:solidFill>
                  <a:srgbClr val="F4F8FF"/>
                </a:solidFill>
              </a:defRPr>
            </a:lvl4pPr>
            <a:lvl5pPr algn="l">
              <a:defRPr sz="1500" b="0">
                <a:solidFill>
                  <a:srgbClr val="F4F8FF"/>
                </a:solidFill>
              </a:defRPr>
            </a:lvl5pPr>
            <a:lvl6pPr algn="l">
              <a:defRPr sz="1500" b="0">
                <a:solidFill>
                  <a:srgbClr val="F4F8FF"/>
                </a:solidFill>
              </a:defRPr>
            </a:lvl6pPr>
            <a:lvl7pPr algn="l">
              <a:defRPr sz="1500" b="0">
                <a:solidFill>
                  <a:srgbClr val="F4F8FF"/>
                </a:solidFill>
              </a:defRPr>
            </a:lvl7pPr>
            <a:lvl8pPr algn="l">
              <a:defRPr sz="1500" b="0">
                <a:solidFill>
                  <a:srgbClr val="F4F8FF"/>
                </a:solidFill>
              </a:defRPr>
            </a:lvl8pPr>
            <a:lvl9pPr algn="l">
              <a:defRPr sz="1500" b="0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F"/>
                </a:solidFill>
              </a:defRPr>
            </a:pPr>
            <a:r>
              <a:rPr sz="1500" b="0">
                <a:solidFill>
                  <a:srgbClr val="F4F8FF"/>
                </a:solidFill>
              </a:rPr>
              <a:t>Whether the evidence changed after the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1EA86-3455-4F35-A0D7-47902529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577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70E6B1"/>
                </a:solidFill>
              </a:defRPr>
            </a:defPPr>
            <a:lvl1pPr algn="l">
              <a:defRPr sz="1350" b="1">
                <a:solidFill>
                  <a:srgbClr val="70E6B1"/>
                </a:solidFill>
              </a:defRPr>
            </a:lvl1pPr>
            <a:lvl2pPr algn="l">
              <a:defRPr sz="1350" b="1">
                <a:solidFill>
                  <a:srgbClr val="70E6B1"/>
                </a:solidFill>
              </a:defRPr>
            </a:lvl2pPr>
            <a:lvl3pPr algn="l">
              <a:defRPr sz="1350" b="1">
                <a:solidFill>
                  <a:srgbClr val="70E6B1"/>
                </a:solidFill>
              </a:defRPr>
            </a:lvl3pPr>
            <a:lvl4pPr algn="l">
              <a:defRPr sz="1350" b="1">
                <a:solidFill>
                  <a:srgbClr val="70E6B1"/>
                </a:solidFill>
              </a:defRPr>
            </a:lvl4pPr>
            <a:lvl5pPr algn="l">
              <a:defRPr sz="1350" b="1">
                <a:solidFill>
                  <a:srgbClr val="70E6B1"/>
                </a:solidFill>
              </a:defRPr>
            </a:lvl5pPr>
            <a:lvl6pPr algn="l">
              <a:defRPr sz="1350" b="1">
                <a:solidFill>
                  <a:srgbClr val="70E6B1"/>
                </a:solidFill>
              </a:defRPr>
            </a:lvl6pPr>
            <a:lvl7pPr algn="l">
              <a:defRPr sz="1350" b="1">
                <a:solidFill>
                  <a:srgbClr val="70E6B1"/>
                </a:solidFill>
              </a:defRPr>
            </a:lvl7pPr>
            <a:lvl8pPr algn="l">
              <a:defRPr sz="1350" b="1">
                <a:solidFill>
                  <a:srgbClr val="70E6B1"/>
                </a:solidFill>
              </a:defRPr>
            </a:lvl8pPr>
            <a:lvl9pPr algn="l">
              <a:defRPr sz="1350" b="1">
                <a:solidFill>
                  <a:srgbClr val="70E6B1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70E6B1"/>
                </a:solidFill>
              </a:defRPr>
            </a:pPr>
            <a:r>
              <a:rPr sz="1350" b="1">
                <a:solidFill>
                  <a:srgbClr val="70E6B1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7F763-3D8A-49D2-8FD7-AC54CCF4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196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8FF"/>
                </a:solidFill>
              </a:defRPr>
            </a:defPPr>
            <a:lvl1pPr algn="l">
              <a:defRPr sz="1500" b="0">
                <a:solidFill>
                  <a:srgbClr val="F4F8FF"/>
                </a:solidFill>
              </a:defRPr>
            </a:lvl1pPr>
            <a:lvl2pPr algn="l">
              <a:defRPr sz="1500" b="0">
                <a:solidFill>
                  <a:srgbClr val="F4F8FF"/>
                </a:solidFill>
              </a:defRPr>
            </a:lvl2pPr>
            <a:lvl3pPr algn="l">
              <a:defRPr sz="1500" b="0">
                <a:solidFill>
                  <a:srgbClr val="F4F8FF"/>
                </a:solidFill>
              </a:defRPr>
            </a:lvl3pPr>
            <a:lvl4pPr algn="l">
              <a:defRPr sz="1500" b="0">
                <a:solidFill>
                  <a:srgbClr val="F4F8FF"/>
                </a:solidFill>
              </a:defRPr>
            </a:lvl4pPr>
            <a:lvl5pPr algn="l">
              <a:defRPr sz="1500" b="0">
                <a:solidFill>
                  <a:srgbClr val="F4F8FF"/>
                </a:solidFill>
              </a:defRPr>
            </a:lvl5pPr>
            <a:lvl6pPr algn="l">
              <a:defRPr sz="1500" b="0">
                <a:solidFill>
                  <a:srgbClr val="F4F8FF"/>
                </a:solidFill>
              </a:defRPr>
            </a:lvl6pPr>
            <a:lvl7pPr algn="l">
              <a:defRPr sz="1500" b="0">
                <a:solidFill>
                  <a:srgbClr val="F4F8FF"/>
                </a:solidFill>
              </a:defRPr>
            </a:lvl7pPr>
            <a:lvl8pPr algn="l">
              <a:defRPr sz="1500" b="0">
                <a:solidFill>
                  <a:srgbClr val="F4F8FF"/>
                </a:solidFill>
              </a:defRPr>
            </a:lvl8pPr>
            <a:lvl9pPr algn="l">
              <a:defRPr sz="1500" b="0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F"/>
                </a:solidFill>
              </a:defRPr>
            </a:pPr>
            <a:r>
              <a:rPr sz="1500" b="0">
                <a:solidFill>
                  <a:srgbClr val="F4F8FF"/>
                </a:solidFill>
              </a:rPr>
              <a:t>Whether financial execution remained inside policy</a:t>
            </a:r>
          </a:p>
        </p:txBody>
      </p:sp>
    </p:spTree>
    <p:extLst>
      <p:ext uri="{BB962C8B-B14F-4D97-AF65-F5344CB8AC3E}">
        <p14:creationId xmlns:p14="http://schemas.microsoft.com/office/powerpoint/2010/main" val="9283704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7709E8-D756-4D8B-9211-DD92F50C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5C7FF"/>
                </a:solidFill>
              </a:defRPr>
            </a:defPPr>
            <a:lvl1pPr algn="l">
              <a:defRPr sz="1050" b="1">
                <a:solidFill>
                  <a:srgbClr val="55C7FF"/>
                </a:solidFill>
              </a:defRPr>
            </a:lvl1pPr>
            <a:lvl2pPr algn="l">
              <a:defRPr sz="1050" b="1">
                <a:solidFill>
                  <a:srgbClr val="55C7FF"/>
                </a:solidFill>
              </a:defRPr>
            </a:lvl2pPr>
            <a:lvl3pPr algn="l">
              <a:defRPr sz="1050" b="1">
                <a:solidFill>
                  <a:srgbClr val="55C7FF"/>
                </a:solidFill>
              </a:defRPr>
            </a:lvl3pPr>
            <a:lvl4pPr algn="l">
              <a:defRPr sz="1050" b="1">
                <a:solidFill>
                  <a:srgbClr val="55C7FF"/>
                </a:solidFill>
              </a:defRPr>
            </a:lvl4pPr>
            <a:lvl5pPr algn="l">
              <a:defRPr sz="1050" b="1">
                <a:solidFill>
                  <a:srgbClr val="55C7FF"/>
                </a:solidFill>
              </a:defRPr>
            </a:lvl5pPr>
            <a:lvl6pPr algn="l">
              <a:defRPr sz="1050" b="1">
                <a:solidFill>
                  <a:srgbClr val="55C7FF"/>
                </a:solidFill>
              </a:defRPr>
            </a:lvl6pPr>
            <a:lvl7pPr algn="l">
              <a:defRPr sz="1050" b="1">
                <a:solidFill>
                  <a:srgbClr val="55C7FF"/>
                </a:solidFill>
              </a:defRPr>
            </a:lvl7pPr>
            <a:lvl8pPr algn="l">
              <a:defRPr sz="1050" b="1">
                <a:solidFill>
                  <a:srgbClr val="55C7FF"/>
                </a:solidFill>
              </a:defRPr>
            </a:lvl8pPr>
            <a:lvl9pPr algn="l">
              <a:defRPr sz="105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5C7FF"/>
                </a:solidFill>
              </a:defRPr>
            </a:pPr>
            <a:r>
              <a:rPr sz="1050" b="1">
                <a:solidFill>
                  <a:srgbClr val="55C7FF"/>
                </a:solidFill>
              </a:rPr>
              <a:t>OPEN AGENT HACKATHON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2C471-F1F6-4AE2-B7DE-901D9F51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8FF"/>
                </a:solidFill>
              </a:defRPr>
            </a:defPPr>
            <a:lvl1pPr algn="l">
              <a:defRPr sz="2550" b="1">
                <a:solidFill>
                  <a:srgbClr val="F4F8FF"/>
                </a:solidFill>
              </a:defRPr>
            </a:lvl1pPr>
            <a:lvl2pPr algn="l">
              <a:defRPr sz="2550" b="1">
                <a:solidFill>
                  <a:srgbClr val="F4F8FF"/>
                </a:solidFill>
              </a:defRPr>
            </a:lvl2pPr>
            <a:lvl3pPr algn="l">
              <a:defRPr sz="2550" b="1">
                <a:solidFill>
                  <a:srgbClr val="F4F8FF"/>
                </a:solidFill>
              </a:defRPr>
            </a:lvl3pPr>
            <a:lvl4pPr algn="l">
              <a:defRPr sz="2550" b="1">
                <a:solidFill>
                  <a:srgbClr val="F4F8FF"/>
                </a:solidFill>
              </a:defRPr>
            </a:lvl4pPr>
            <a:lvl5pPr algn="l">
              <a:defRPr sz="2550" b="1">
                <a:solidFill>
                  <a:srgbClr val="F4F8FF"/>
                </a:solidFill>
              </a:defRPr>
            </a:lvl5pPr>
            <a:lvl6pPr algn="l">
              <a:defRPr sz="2550" b="1">
                <a:solidFill>
                  <a:srgbClr val="F4F8FF"/>
                </a:solidFill>
              </a:defRPr>
            </a:lvl6pPr>
            <a:lvl7pPr algn="l">
              <a:defRPr sz="2550" b="1">
                <a:solidFill>
                  <a:srgbClr val="F4F8FF"/>
                </a:solidFill>
              </a:defRPr>
            </a:lvl7pPr>
            <a:lvl8pPr algn="l">
              <a:defRPr sz="2550" b="1">
                <a:solidFill>
                  <a:srgbClr val="F4F8FF"/>
                </a:solidFill>
              </a:defRPr>
            </a:lvl8pPr>
            <a:lvl9pPr algn="l">
              <a:defRPr sz="2550" b="1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8FF"/>
                </a:solidFill>
              </a:defRPr>
            </a:pPr>
            <a:r>
              <a:rPr sz="2550" b="1">
                <a:solidFill>
                  <a:srgbClr val="F4F8FF"/>
                </a:solidFill>
              </a:rPr>
              <a:t>One evidence path from governed data to settlement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4355F-9A99-4AAA-A450-C1C0D0DB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29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8B7CC"/>
                </a:solidFill>
              </a:defRPr>
            </a:defPPr>
            <a:lvl1pPr algn="r">
              <a:defRPr sz="1050" b="1">
                <a:solidFill>
                  <a:srgbClr val="A8B7CC"/>
                </a:solidFill>
              </a:defRPr>
            </a:lvl1pPr>
            <a:lvl2pPr algn="r">
              <a:defRPr sz="1050" b="1">
                <a:solidFill>
                  <a:srgbClr val="A8B7CC"/>
                </a:solidFill>
              </a:defRPr>
            </a:lvl2pPr>
            <a:lvl3pPr algn="r">
              <a:defRPr sz="1050" b="1">
                <a:solidFill>
                  <a:srgbClr val="A8B7CC"/>
                </a:solidFill>
              </a:defRPr>
            </a:lvl3pPr>
            <a:lvl4pPr algn="r">
              <a:defRPr sz="1050" b="1">
                <a:solidFill>
                  <a:srgbClr val="A8B7CC"/>
                </a:solidFill>
              </a:defRPr>
            </a:lvl4pPr>
            <a:lvl5pPr algn="r">
              <a:defRPr sz="1050" b="1">
                <a:solidFill>
                  <a:srgbClr val="A8B7CC"/>
                </a:solidFill>
              </a:defRPr>
            </a:lvl5pPr>
            <a:lvl6pPr algn="r">
              <a:defRPr sz="1050" b="1">
                <a:solidFill>
                  <a:srgbClr val="A8B7CC"/>
                </a:solidFill>
              </a:defRPr>
            </a:lvl6pPr>
            <a:lvl7pPr algn="r">
              <a:defRPr sz="1050" b="1">
                <a:solidFill>
                  <a:srgbClr val="A8B7CC"/>
                </a:solidFill>
              </a:defRPr>
            </a:lvl7pPr>
            <a:lvl8pPr algn="r">
              <a:defRPr sz="1050" b="1">
                <a:solidFill>
                  <a:srgbClr val="A8B7CC"/>
                </a:solidFill>
              </a:defRPr>
            </a:lvl8pPr>
            <a:lvl9pPr algn="r">
              <a:defRPr sz="1050" b="1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A8B7CC"/>
                </a:solidFill>
              </a:defRPr>
            </a:pPr>
            <a:r>
              <a:rPr sz="1050" b="1">
                <a:solidFill>
                  <a:srgbClr val="A8B7CC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59217-F9BA-4828-ACCF-2E9F5F82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905000" cy="2381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F1D33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0D762-7435-413E-AC97-AC90A38F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55C7FF"/>
                </a:solidFill>
              </a:defRPr>
            </a:defPPr>
            <a:lvl1pPr algn="l">
              <a:defRPr sz="1200" b="1">
                <a:solidFill>
                  <a:srgbClr val="55C7FF"/>
                </a:solidFill>
              </a:defRPr>
            </a:lvl1pPr>
            <a:lvl2pPr algn="l">
              <a:defRPr sz="1200" b="1">
                <a:solidFill>
                  <a:srgbClr val="55C7FF"/>
                </a:solidFill>
              </a:defRPr>
            </a:lvl2pPr>
            <a:lvl3pPr algn="l">
              <a:defRPr sz="1200" b="1">
                <a:solidFill>
                  <a:srgbClr val="55C7FF"/>
                </a:solidFill>
              </a:defRPr>
            </a:lvl3pPr>
            <a:lvl4pPr algn="l">
              <a:defRPr sz="1200" b="1">
                <a:solidFill>
                  <a:srgbClr val="55C7FF"/>
                </a:solidFill>
              </a:defRPr>
            </a:lvl4pPr>
            <a:lvl5pPr algn="l">
              <a:defRPr sz="1200" b="1">
                <a:solidFill>
                  <a:srgbClr val="55C7FF"/>
                </a:solidFill>
              </a:defRPr>
            </a:lvl5pPr>
            <a:lvl6pPr algn="l">
              <a:defRPr sz="1200" b="1">
                <a:solidFill>
                  <a:srgbClr val="55C7FF"/>
                </a:solidFill>
              </a:defRPr>
            </a:lvl6pPr>
            <a:lvl7pPr algn="l">
              <a:defRPr sz="1200" b="1">
                <a:solidFill>
                  <a:srgbClr val="55C7FF"/>
                </a:solidFill>
              </a:defRPr>
            </a:lvl7pPr>
            <a:lvl8pPr algn="l">
              <a:defRPr sz="1200" b="1">
                <a:solidFill>
                  <a:srgbClr val="55C7FF"/>
                </a:solidFill>
              </a:defRPr>
            </a:lvl8pPr>
            <a:lvl9pPr algn="l">
              <a:defRPr sz="120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5C7FF"/>
                </a:solidFill>
              </a:defRPr>
            </a:pPr>
            <a:r>
              <a:rPr sz="1200" b="1">
                <a:solidFill>
                  <a:srgbClr val="55C7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B898E-55F1-45A2-85E5-A70AD3B4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4F8FF"/>
                </a:solidFill>
              </a:defRPr>
            </a:defPPr>
            <a:lvl1pPr algn="l">
              <a:defRPr sz="1650" b="1">
                <a:solidFill>
                  <a:srgbClr val="F4F8FF"/>
                </a:solidFill>
              </a:defRPr>
            </a:lvl1pPr>
            <a:lvl2pPr algn="l">
              <a:defRPr sz="1650" b="1">
                <a:solidFill>
                  <a:srgbClr val="F4F8FF"/>
                </a:solidFill>
              </a:defRPr>
            </a:lvl2pPr>
            <a:lvl3pPr algn="l">
              <a:defRPr sz="1650" b="1">
                <a:solidFill>
                  <a:srgbClr val="F4F8FF"/>
                </a:solidFill>
              </a:defRPr>
            </a:lvl3pPr>
            <a:lvl4pPr algn="l">
              <a:defRPr sz="1650" b="1">
                <a:solidFill>
                  <a:srgbClr val="F4F8FF"/>
                </a:solidFill>
              </a:defRPr>
            </a:lvl4pPr>
            <a:lvl5pPr algn="l">
              <a:defRPr sz="1650" b="1">
                <a:solidFill>
                  <a:srgbClr val="F4F8FF"/>
                </a:solidFill>
              </a:defRPr>
            </a:lvl5pPr>
            <a:lvl6pPr algn="l">
              <a:defRPr sz="1650" b="1">
                <a:solidFill>
                  <a:srgbClr val="F4F8FF"/>
                </a:solidFill>
              </a:defRPr>
            </a:lvl6pPr>
            <a:lvl7pPr algn="l">
              <a:defRPr sz="1650" b="1">
                <a:solidFill>
                  <a:srgbClr val="F4F8FF"/>
                </a:solidFill>
              </a:defRPr>
            </a:lvl7pPr>
            <a:lvl8pPr algn="l">
              <a:defRPr sz="1650" b="1">
                <a:solidFill>
                  <a:srgbClr val="F4F8FF"/>
                </a:solidFill>
              </a:defRPr>
            </a:lvl8pPr>
            <a:lvl9pPr algn="l">
              <a:defRPr sz="1650" b="1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ZETARIS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7132E-B06A-46B9-BCBD-BBAE8FDF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8B7CC"/>
                </a:solidFill>
              </a:defRPr>
            </a:defPPr>
            <a:lvl1pPr algn="l">
              <a:defRPr sz="1350" b="0">
                <a:solidFill>
                  <a:srgbClr val="A8B7CC"/>
                </a:solidFill>
              </a:defRPr>
            </a:lvl1pPr>
            <a:lvl2pPr algn="l">
              <a:defRPr sz="1350" b="0">
                <a:solidFill>
                  <a:srgbClr val="A8B7CC"/>
                </a:solidFill>
              </a:defRPr>
            </a:lvl2pPr>
            <a:lvl3pPr algn="l">
              <a:defRPr sz="1350" b="0">
                <a:solidFill>
                  <a:srgbClr val="A8B7CC"/>
                </a:solidFill>
              </a:defRPr>
            </a:lvl3pPr>
            <a:lvl4pPr algn="l">
              <a:defRPr sz="1350" b="0">
                <a:solidFill>
                  <a:srgbClr val="A8B7CC"/>
                </a:solidFill>
              </a:defRPr>
            </a:lvl4pPr>
            <a:lvl5pPr algn="l">
              <a:defRPr sz="1350" b="0">
                <a:solidFill>
                  <a:srgbClr val="A8B7CC"/>
                </a:solidFill>
              </a:defRPr>
            </a:lvl5pPr>
            <a:lvl6pPr algn="l">
              <a:defRPr sz="1350" b="0">
                <a:solidFill>
                  <a:srgbClr val="A8B7CC"/>
                </a:solidFill>
              </a:defRPr>
            </a:lvl6pPr>
            <a:lvl7pPr algn="l">
              <a:defRPr sz="1350" b="0">
                <a:solidFill>
                  <a:srgbClr val="A8B7CC"/>
                </a:solidFill>
              </a:defRPr>
            </a:lvl7pPr>
            <a:lvl8pPr algn="l">
              <a:defRPr sz="1350" b="0">
                <a:solidFill>
                  <a:srgbClr val="A8B7CC"/>
                </a:solidFill>
              </a:defRPr>
            </a:lvl8pPr>
            <a:lvl9pPr algn="l">
              <a:defRPr sz="1350" b="0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7CC"/>
                </a:solidFill>
              </a:defRPr>
            </a:pPr>
            <a:r>
              <a:rPr sz="1350" b="0">
                <a:solidFill>
                  <a:srgbClr val="A8B7CC"/>
                </a:solidFill>
              </a:rPr>
              <a:t>Governed SQL 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49941-2B27-42F3-B2D3-C8C52294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609850"/>
            <a:ext cx="28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55C7FF"/>
                </a:solidFill>
              </a:defRPr>
            </a:defPPr>
            <a:lvl1pPr algn="ctr">
              <a:defRPr sz="2400" b="1">
                <a:solidFill>
                  <a:srgbClr val="55C7FF"/>
                </a:solidFill>
              </a:defRPr>
            </a:lvl1pPr>
            <a:lvl2pPr algn="ctr">
              <a:defRPr sz="2400" b="1">
                <a:solidFill>
                  <a:srgbClr val="55C7FF"/>
                </a:solidFill>
              </a:defRPr>
            </a:lvl2pPr>
            <a:lvl3pPr algn="ctr">
              <a:defRPr sz="2400" b="1">
                <a:solidFill>
                  <a:srgbClr val="55C7FF"/>
                </a:solidFill>
              </a:defRPr>
            </a:lvl3pPr>
            <a:lvl4pPr algn="ctr">
              <a:defRPr sz="2400" b="1">
                <a:solidFill>
                  <a:srgbClr val="55C7FF"/>
                </a:solidFill>
              </a:defRPr>
            </a:lvl4pPr>
            <a:lvl5pPr algn="ctr">
              <a:defRPr sz="2400" b="1">
                <a:solidFill>
                  <a:srgbClr val="55C7FF"/>
                </a:solidFill>
              </a:defRPr>
            </a:lvl5pPr>
            <a:lvl6pPr algn="ctr">
              <a:defRPr sz="2400" b="1">
                <a:solidFill>
                  <a:srgbClr val="55C7FF"/>
                </a:solidFill>
              </a:defRPr>
            </a:lvl6pPr>
            <a:lvl7pPr algn="ctr">
              <a:defRPr sz="2400" b="1">
                <a:solidFill>
                  <a:srgbClr val="55C7FF"/>
                </a:solidFill>
              </a:defRPr>
            </a:lvl7pPr>
            <a:lvl8pPr algn="ctr">
              <a:defRPr sz="2400" b="1">
                <a:solidFill>
                  <a:srgbClr val="55C7FF"/>
                </a:solidFill>
              </a:defRPr>
            </a:lvl8pPr>
            <a:lvl9pPr algn="ctr">
              <a:defRPr sz="240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55C7FF"/>
                </a:solidFill>
              </a:defRPr>
            </a:pPr>
            <a:r>
              <a:rPr sz="2400" b="1">
                <a:solidFill>
                  <a:srgbClr val="55C7FF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B6F86-7056-44DD-853F-0419E531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85950"/>
            <a:ext cx="1905000" cy="2381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F1D33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78591-DF7E-499B-97A9-C6BE6E98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574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55C7FF"/>
                </a:solidFill>
              </a:defRPr>
            </a:defPPr>
            <a:lvl1pPr algn="l">
              <a:defRPr sz="1200" b="1">
                <a:solidFill>
                  <a:srgbClr val="55C7FF"/>
                </a:solidFill>
              </a:defRPr>
            </a:lvl1pPr>
            <a:lvl2pPr algn="l">
              <a:defRPr sz="1200" b="1">
                <a:solidFill>
                  <a:srgbClr val="55C7FF"/>
                </a:solidFill>
              </a:defRPr>
            </a:lvl2pPr>
            <a:lvl3pPr algn="l">
              <a:defRPr sz="1200" b="1">
                <a:solidFill>
                  <a:srgbClr val="55C7FF"/>
                </a:solidFill>
              </a:defRPr>
            </a:lvl3pPr>
            <a:lvl4pPr algn="l">
              <a:defRPr sz="1200" b="1">
                <a:solidFill>
                  <a:srgbClr val="55C7FF"/>
                </a:solidFill>
              </a:defRPr>
            </a:lvl4pPr>
            <a:lvl5pPr algn="l">
              <a:defRPr sz="1200" b="1">
                <a:solidFill>
                  <a:srgbClr val="55C7FF"/>
                </a:solidFill>
              </a:defRPr>
            </a:lvl5pPr>
            <a:lvl6pPr algn="l">
              <a:defRPr sz="1200" b="1">
                <a:solidFill>
                  <a:srgbClr val="55C7FF"/>
                </a:solidFill>
              </a:defRPr>
            </a:lvl6pPr>
            <a:lvl7pPr algn="l">
              <a:defRPr sz="1200" b="1">
                <a:solidFill>
                  <a:srgbClr val="55C7FF"/>
                </a:solidFill>
              </a:defRPr>
            </a:lvl7pPr>
            <a:lvl8pPr algn="l">
              <a:defRPr sz="1200" b="1">
                <a:solidFill>
                  <a:srgbClr val="55C7FF"/>
                </a:solidFill>
              </a:defRPr>
            </a:lvl8pPr>
            <a:lvl9pPr algn="l">
              <a:defRPr sz="120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5C7FF"/>
                </a:solidFill>
              </a:defRPr>
            </a:pPr>
            <a:r>
              <a:rPr sz="1200" b="1">
                <a:solidFill>
                  <a:srgbClr val="55C7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A82B4-81D5-4F72-A736-4381E1FF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146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4F8FF"/>
                </a:solidFill>
              </a:defRPr>
            </a:defPPr>
            <a:lvl1pPr algn="l">
              <a:defRPr sz="1650" b="1">
                <a:solidFill>
                  <a:srgbClr val="F4F8FF"/>
                </a:solidFill>
              </a:defRPr>
            </a:lvl1pPr>
            <a:lvl2pPr algn="l">
              <a:defRPr sz="1650" b="1">
                <a:solidFill>
                  <a:srgbClr val="F4F8FF"/>
                </a:solidFill>
              </a:defRPr>
            </a:lvl2pPr>
            <a:lvl3pPr algn="l">
              <a:defRPr sz="1650" b="1">
                <a:solidFill>
                  <a:srgbClr val="F4F8FF"/>
                </a:solidFill>
              </a:defRPr>
            </a:lvl3pPr>
            <a:lvl4pPr algn="l">
              <a:defRPr sz="1650" b="1">
                <a:solidFill>
                  <a:srgbClr val="F4F8FF"/>
                </a:solidFill>
              </a:defRPr>
            </a:lvl4pPr>
            <a:lvl5pPr algn="l">
              <a:defRPr sz="1650" b="1">
                <a:solidFill>
                  <a:srgbClr val="F4F8FF"/>
                </a:solidFill>
              </a:defRPr>
            </a:lvl5pPr>
            <a:lvl6pPr algn="l">
              <a:defRPr sz="1650" b="1">
                <a:solidFill>
                  <a:srgbClr val="F4F8FF"/>
                </a:solidFill>
              </a:defRPr>
            </a:lvl6pPr>
            <a:lvl7pPr algn="l">
              <a:defRPr sz="1650" b="1">
                <a:solidFill>
                  <a:srgbClr val="F4F8FF"/>
                </a:solidFill>
              </a:defRPr>
            </a:lvl7pPr>
            <a:lvl8pPr algn="l">
              <a:defRPr sz="1650" b="1">
                <a:solidFill>
                  <a:srgbClr val="F4F8FF"/>
                </a:solidFill>
              </a:defRPr>
            </a:lvl8pPr>
            <a:lvl9pPr algn="l">
              <a:defRPr sz="1650" b="1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CONSENSUS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E85BF-C437-43BD-A6CF-7826E25E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67050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8B7CC"/>
                </a:solidFill>
              </a:defRPr>
            </a:defPPr>
            <a:lvl1pPr algn="l">
              <a:defRPr sz="1350" b="0">
                <a:solidFill>
                  <a:srgbClr val="A8B7CC"/>
                </a:solidFill>
              </a:defRPr>
            </a:lvl1pPr>
            <a:lvl2pPr algn="l">
              <a:defRPr sz="1350" b="0">
                <a:solidFill>
                  <a:srgbClr val="A8B7CC"/>
                </a:solidFill>
              </a:defRPr>
            </a:lvl2pPr>
            <a:lvl3pPr algn="l">
              <a:defRPr sz="1350" b="0">
                <a:solidFill>
                  <a:srgbClr val="A8B7CC"/>
                </a:solidFill>
              </a:defRPr>
            </a:lvl3pPr>
            <a:lvl4pPr algn="l">
              <a:defRPr sz="1350" b="0">
                <a:solidFill>
                  <a:srgbClr val="A8B7CC"/>
                </a:solidFill>
              </a:defRPr>
            </a:lvl4pPr>
            <a:lvl5pPr algn="l">
              <a:defRPr sz="1350" b="0">
                <a:solidFill>
                  <a:srgbClr val="A8B7CC"/>
                </a:solidFill>
              </a:defRPr>
            </a:lvl5pPr>
            <a:lvl6pPr algn="l">
              <a:defRPr sz="1350" b="0">
                <a:solidFill>
                  <a:srgbClr val="A8B7CC"/>
                </a:solidFill>
              </a:defRPr>
            </a:lvl6pPr>
            <a:lvl7pPr algn="l">
              <a:defRPr sz="1350" b="0">
                <a:solidFill>
                  <a:srgbClr val="A8B7CC"/>
                </a:solidFill>
              </a:defRPr>
            </a:lvl7pPr>
            <a:lvl8pPr algn="l">
              <a:defRPr sz="1350" b="0">
                <a:solidFill>
                  <a:srgbClr val="A8B7CC"/>
                </a:solidFill>
              </a:defRPr>
            </a:lvl8pPr>
            <a:lvl9pPr algn="l">
              <a:defRPr sz="1350" b="0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7CC"/>
                </a:solidFill>
              </a:defRPr>
            </a:pPr>
            <a:r>
              <a:rPr sz="1350" b="0">
                <a:solidFill>
                  <a:srgbClr val="A8B7CC"/>
                </a:solidFill>
              </a:rPr>
              <a:t>Median and MAD filter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6D6C8-912C-4D65-A4B0-D34BA909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09850"/>
            <a:ext cx="28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55C7FF"/>
                </a:solidFill>
              </a:defRPr>
            </a:defPPr>
            <a:lvl1pPr algn="ctr">
              <a:defRPr sz="2400" b="1">
                <a:solidFill>
                  <a:srgbClr val="55C7FF"/>
                </a:solidFill>
              </a:defRPr>
            </a:lvl1pPr>
            <a:lvl2pPr algn="ctr">
              <a:defRPr sz="2400" b="1">
                <a:solidFill>
                  <a:srgbClr val="55C7FF"/>
                </a:solidFill>
              </a:defRPr>
            </a:lvl2pPr>
            <a:lvl3pPr algn="ctr">
              <a:defRPr sz="2400" b="1">
                <a:solidFill>
                  <a:srgbClr val="55C7FF"/>
                </a:solidFill>
              </a:defRPr>
            </a:lvl3pPr>
            <a:lvl4pPr algn="ctr">
              <a:defRPr sz="2400" b="1">
                <a:solidFill>
                  <a:srgbClr val="55C7FF"/>
                </a:solidFill>
              </a:defRPr>
            </a:lvl4pPr>
            <a:lvl5pPr algn="ctr">
              <a:defRPr sz="2400" b="1">
                <a:solidFill>
                  <a:srgbClr val="55C7FF"/>
                </a:solidFill>
              </a:defRPr>
            </a:lvl5pPr>
            <a:lvl6pPr algn="ctr">
              <a:defRPr sz="2400" b="1">
                <a:solidFill>
                  <a:srgbClr val="55C7FF"/>
                </a:solidFill>
              </a:defRPr>
            </a:lvl6pPr>
            <a:lvl7pPr algn="ctr">
              <a:defRPr sz="2400" b="1">
                <a:solidFill>
                  <a:srgbClr val="55C7FF"/>
                </a:solidFill>
              </a:defRPr>
            </a:lvl7pPr>
            <a:lvl8pPr algn="ctr">
              <a:defRPr sz="2400" b="1">
                <a:solidFill>
                  <a:srgbClr val="55C7FF"/>
                </a:solidFill>
              </a:defRPr>
            </a:lvl8pPr>
            <a:lvl9pPr algn="ctr">
              <a:defRPr sz="240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55C7FF"/>
                </a:solidFill>
              </a:defRPr>
            </a:pPr>
            <a:r>
              <a:rPr sz="2400" b="1">
                <a:solidFill>
                  <a:srgbClr val="55C7FF"/>
                </a:solidFill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9538D-35C4-4516-BAFD-E5FA045D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85950"/>
            <a:ext cx="1905000" cy="2381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32641"/>
          </a:solidFill>
          <a:ln xmlns:a="http://schemas.openxmlformats.org/drawingml/2006/main" w="9525">
            <a:solidFill>
              <a:srgbClr val="70E6B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3D7F0-5BFD-42FB-8676-2B992D10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574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70E6B1"/>
                </a:solidFill>
              </a:defRPr>
            </a:defPPr>
            <a:lvl1pPr algn="l">
              <a:defRPr sz="1200" b="1">
                <a:solidFill>
                  <a:srgbClr val="70E6B1"/>
                </a:solidFill>
              </a:defRPr>
            </a:lvl1pPr>
            <a:lvl2pPr algn="l">
              <a:defRPr sz="1200" b="1">
                <a:solidFill>
                  <a:srgbClr val="70E6B1"/>
                </a:solidFill>
              </a:defRPr>
            </a:lvl2pPr>
            <a:lvl3pPr algn="l">
              <a:defRPr sz="1200" b="1">
                <a:solidFill>
                  <a:srgbClr val="70E6B1"/>
                </a:solidFill>
              </a:defRPr>
            </a:lvl3pPr>
            <a:lvl4pPr algn="l">
              <a:defRPr sz="1200" b="1">
                <a:solidFill>
                  <a:srgbClr val="70E6B1"/>
                </a:solidFill>
              </a:defRPr>
            </a:lvl4pPr>
            <a:lvl5pPr algn="l">
              <a:defRPr sz="1200" b="1">
                <a:solidFill>
                  <a:srgbClr val="70E6B1"/>
                </a:solidFill>
              </a:defRPr>
            </a:lvl5pPr>
            <a:lvl6pPr algn="l">
              <a:defRPr sz="1200" b="1">
                <a:solidFill>
                  <a:srgbClr val="70E6B1"/>
                </a:solidFill>
              </a:defRPr>
            </a:lvl6pPr>
            <a:lvl7pPr algn="l">
              <a:defRPr sz="1200" b="1">
                <a:solidFill>
                  <a:srgbClr val="70E6B1"/>
                </a:solidFill>
              </a:defRPr>
            </a:lvl7pPr>
            <a:lvl8pPr algn="l">
              <a:defRPr sz="1200" b="1">
                <a:solidFill>
                  <a:srgbClr val="70E6B1"/>
                </a:solidFill>
              </a:defRPr>
            </a:lvl8pPr>
            <a:lvl9pPr algn="l">
              <a:defRPr sz="1200" b="1">
                <a:solidFill>
                  <a:srgbClr val="70E6B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70E6B1"/>
                </a:solidFill>
              </a:defRPr>
            </a:pPr>
            <a:r>
              <a:rPr sz="1200" b="1">
                <a:solidFill>
                  <a:srgbClr val="70E6B1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8A995-74A4-4E34-9220-66BADDA2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146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4F8FF"/>
                </a:solidFill>
              </a:defRPr>
            </a:defPPr>
            <a:lvl1pPr algn="l">
              <a:defRPr sz="1650" b="1">
                <a:solidFill>
                  <a:srgbClr val="F4F8FF"/>
                </a:solidFill>
              </a:defRPr>
            </a:lvl1pPr>
            <a:lvl2pPr algn="l">
              <a:defRPr sz="1650" b="1">
                <a:solidFill>
                  <a:srgbClr val="F4F8FF"/>
                </a:solidFill>
              </a:defRPr>
            </a:lvl2pPr>
            <a:lvl3pPr algn="l">
              <a:defRPr sz="1650" b="1">
                <a:solidFill>
                  <a:srgbClr val="F4F8FF"/>
                </a:solidFill>
              </a:defRPr>
            </a:lvl3pPr>
            <a:lvl4pPr algn="l">
              <a:defRPr sz="1650" b="1">
                <a:solidFill>
                  <a:srgbClr val="F4F8FF"/>
                </a:solidFill>
              </a:defRPr>
            </a:lvl4pPr>
            <a:lvl5pPr algn="l">
              <a:defRPr sz="1650" b="1">
                <a:solidFill>
                  <a:srgbClr val="F4F8FF"/>
                </a:solidFill>
              </a:defRPr>
            </a:lvl5pPr>
            <a:lvl6pPr algn="l">
              <a:defRPr sz="1650" b="1">
                <a:solidFill>
                  <a:srgbClr val="F4F8FF"/>
                </a:solidFill>
              </a:defRPr>
            </a:lvl6pPr>
            <a:lvl7pPr algn="l">
              <a:defRPr sz="1650" b="1">
                <a:solidFill>
                  <a:srgbClr val="F4F8FF"/>
                </a:solidFill>
              </a:defRPr>
            </a:lvl7pPr>
            <a:lvl8pPr algn="l">
              <a:defRPr sz="1650" b="1">
                <a:solidFill>
                  <a:srgbClr val="F4F8FF"/>
                </a:solidFill>
              </a:defRPr>
            </a:lvl8pPr>
            <a:lvl9pPr algn="l">
              <a:defRPr sz="1650" b="1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NEMOTRON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0545EF-478D-4269-84B8-D1B032F1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67050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8B7CC"/>
                </a:solidFill>
              </a:defRPr>
            </a:defPPr>
            <a:lvl1pPr algn="l">
              <a:defRPr sz="1350" b="0">
                <a:solidFill>
                  <a:srgbClr val="A8B7CC"/>
                </a:solidFill>
              </a:defRPr>
            </a:lvl1pPr>
            <a:lvl2pPr algn="l">
              <a:defRPr sz="1350" b="0">
                <a:solidFill>
                  <a:srgbClr val="A8B7CC"/>
                </a:solidFill>
              </a:defRPr>
            </a:lvl2pPr>
            <a:lvl3pPr algn="l">
              <a:defRPr sz="1350" b="0">
                <a:solidFill>
                  <a:srgbClr val="A8B7CC"/>
                </a:solidFill>
              </a:defRPr>
            </a:lvl3pPr>
            <a:lvl4pPr algn="l">
              <a:defRPr sz="1350" b="0">
                <a:solidFill>
                  <a:srgbClr val="A8B7CC"/>
                </a:solidFill>
              </a:defRPr>
            </a:lvl4pPr>
            <a:lvl5pPr algn="l">
              <a:defRPr sz="1350" b="0">
                <a:solidFill>
                  <a:srgbClr val="A8B7CC"/>
                </a:solidFill>
              </a:defRPr>
            </a:lvl5pPr>
            <a:lvl6pPr algn="l">
              <a:defRPr sz="1350" b="0">
                <a:solidFill>
                  <a:srgbClr val="A8B7CC"/>
                </a:solidFill>
              </a:defRPr>
            </a:lvl6pPr>
            <a:lvl7pPr algn="l">
              <a:defRPr sz="1350" b="0">
                <a:solidFill>
                  <a:srgbClr val="A8B7CC"/>
                </a:solidFill>
              </a:defRPr>
            </a:lvl7pPr>
            <a:lvl8pPr algn="l">
              <a:defRPr sz="1350" b="0">
                <a:solidFill>
                  <a:srgbClr val="A8B7CC"/>
                </a:solidFill>
              </a:defRPr>
            </a:lvl8pPr>
            <a:lvl9pPr algn="l">
              <a:defRPr sz="1350" b="0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7CC"/>
                </a:solidFill>
              </a:defRPr>
            </a:pPr>
            <a:r>
              <a:rPr sz="1350" b="0">
                <a:solidFill>
                  <a:srgbClr val="A8B7CC"/>
                </a:solidFill>
              </a:rPr>
              <a:t>Evidence-backed rationale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65B11A-B2A2-4BF4-9858-F5D7A992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609850"/>
            <a:ext cx="28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55C7FF"/>
                </a:solidFill>
              </a:defRPr>
            </a:defPPr>
            <a:lvl1pPr algn="ctr">
              <a:defRPr sz="2400" b="1">
                <a:solidFill>
                  <a:srgbClr val="55C7FF"/>
                </a:solidFill>
              </a:defRPr>
            </a:lvl1pPr>
            <a:lvl2pPr algn="ctr">
              <a:defRPr sz="2400" b="1">
                <a:solidFill>
                  <a:srgbClr val="55C7FF"/>
                </a:solidFill>
              </a:defRPr>
            </a:lvl2pPr>
            <a:lvl3pPr algn="ctr">
              <a:defRPr sz="2400" b="1">
                <a:solidFill>
                  <a:srgbClr val="55C7FF"/>
                </a:solidFill>
              </a:defRPr>
            </a:lvl3pPr>
            <a:lvl4pPr algn="ctr">
              <a:defRPr sz="2400" b="1">
                <a:solidFill>
                  <a:srgbClr val="55C7FF"/>
                </a:solidFill>
              </a:defRPr>
            </a:lvl4pPr>
            <a:lvl5pPr algn="ctr">
              <a:defRPr sz="2400" b="1">
                <a:solidFill>
                  <a:srgbClr val="55C7FF"/>
                </a:solidFill>
              </a:defRPr>
            </a:lvl5pPr>
            <a:lvl6pPr algn="ctr">
              <a:defRPr sz="2400" b="1">
                <a:solidFill>
                  <a:srgbClr val="55C7FF"/>
                </a:solidFill>
              </a:defRPr>
            </a:lvl6pPr>
            <a:lvl7pPr algn="ctr">
              <a:defRPr sz="2400" b="1">
                <a:solidFill>
                  <a:srgbClr val="55C7FF"/>
                </a:solidFill>
              </a:defRPr>
            </a:lvl7pPr>
            <a:lvl8pPr algn="ctr">
              <a:defRPr sz="2400" b="1">
                <a:solidFill>
                  <a:srgbClr val="55C7FF"/>
                </a:solidFill>
              </a:defRPr>
            </a:lvl8pPr>
            <a:lvl9pPr algn="ctr">
              <a:defRPr sz="240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55C7FF"/>
                </a:solidFill>
              </a:defRPr>
            </a:pPr>
            <a:r>
              <a:rPr sz="2400" b="1">
                <a:solidFill>
                  <a:srgbClr val="55C7FF"/>
                </a:solidFill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CA42FA-08BD-4665-86C6-683663C6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85950"/>
            <a:ext cx="1905000" cy="2381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F1D33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961490-2DD5-44F3-89A6-60E6B643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574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55C7FF"/>
                </a:solidFill>
              </a:defRPr>
            </a:defPPr>
            <a:lvl1pPr algn="l">
              <a:defRPr sz="1200" b="1">
                <a:solidFill>
                  <a:srgbClr val="55C7FF"/>
                </a:solidFill>
              </a:defRPr>
            </a:lvl1pPr>
            <a:lvl2pPr algn="l">
              <a:defRPr sz="1200" b="1">
                <a:solidFill>
                  <a:srgbClr val="55C7FF"/>
                </a:solidFill>
              </a:defRPr>
            </a:lvl2pPr>
            <a:lvl3pPr algn="l">
              <a:defRPr sz="1200" b="1">
                <a:solidFill>
                  <a:srgbClr val="55C7FF"/>
                </a:solidFill>
              </a:defRPr>
            </a:lvl3pPr>
            <a:lvl4pPr algn="l">
              <a:defRPr sz="1200" b="1">
                <a:solidFill>
                  <a:srgbClr val="55C7FF"/>
                </a:solidFill>
              </a:defRPr>
            </a:lvl4pPr>
            <a:lvl5pPr algn="l">
              <a:defRPr sz="1200" b="1">
                <a:solidFill>
                  <a:srgbClr val="55C7FF"/>
                </a:solidFill>
              </a:defRPr>
            </a:lvl5pPr>
            <a:lvl6pPr algn="l">
              <a:defRPr sz="1200" b="1">
                <a:solidFill>
                  <a:srgbClr val="55C7FF"/>
                </a:solidFill>
              </a:defRPr>
            </a:lvl6pPr>
            <a:lvl7pPr algn="l">
              <a:defRPr sz="1200" b="1">
                <a:solidFill>
                  <a:srgbClr val="55C7FF"/>
                </a:solidFill>
              </a:defRPr>
            </a:lvl7pPr>
            <a:lvl8pPr algn="l">
              <a:defRPr sz="1200" b="1">
                <a:solidFill>
                  <a:srgbClr val="55C7FF"/>
                </a:solidFill>
              </a:defRPr>
            </a:lvl8pPr>
            <a:lvl9pPr algn="l">
              <a:defRPr sz="120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5C7FF"/>
                </a:solidFill>
              </a:defRPr>
            </a:pPr>
            <a:r>
              <a:rPr sz="1200" b="1">
                <a:solidFill>
                  <a:srgbClr val="55C7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332CD-76FD-4A05-B13C-67E85626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146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4F8FF"/>
                </a:solidFill>
              </a:defRPr>
            </a:defPPr>
            <a:lvl1pPr algn="l">
              <a:defRPr sz="1650" b="1">
                <a:solidFill>
                  <a:srgbClr val="F4F8FF"/>
                </a:solidFill>
              </a:defRPr>
            </a:lvl1pPr>
            <a:lvl2pPr algn="l">
              <a:defRPr sz="1650" b="1">
                <a:solidFill>
                  <a:srgbClr val="F4F8FF"/>
                </a:solidFill>
              </a:defRPr>
            </a:lvl2pPr>
            <a:lvl3pPr algn="l">
              <a:defRPr sz="1650" b="1">
                <a:solidFill>
                  <a:srgbClr val="F4F8FF"/>
                </a:solidFill>
              </a:defRPr>
            </a:lvl3pPr>
            <a:lvl4pPr algn="l">
              <a:defRPr sz="1650" b="1">
                <a:solidFill>
                  <a:srgbClr val="F4F8FF"/>
                </a:solidFill>
              </a:defRPr>
            </a:lvl4pPr>
            <a:lvl5pPr algn="l">
              <a:defRPr sz="1650" b="1">
                <a:solidFill>
                  <a:srgbClr val="F4F8FF"/>
                </a:solidFill>
              </a:defRPr>
            </a:lvl5pPr>
            <a:lvl6pPr algn="l">
              <a:defRPr sz="1650" b="1">
                <a:solidFill>
                  <a:srgbClr val="F4F8FF"/>
                </a:solidFill>
              </a:defRPr>
            </a:lvl6pPr>
            <a:lvl7pPr algn="l">
              <a:defRPr sz="1650" b="1">
                <a:solidFill>
                  <a:srgbClr val="F4F8FF"/>
                </a:solidFill>
              </a:defRPr>
            </a:lvl7pPr>
            <a:lvl8pPr algn="l">
              <a:defRPr sz="1650" b="1">
                <a:solidFill>
                  <a:srgbClr val="F4F8FF"/>
                </a:solidFill>
              </a:defRPr>
            </a:lvl8pPr>
            <a:lvl9pPr algn="l">
              <a:defRPr sz="1650" b="1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ICP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43C382-50D0-4582-B234-5B5F6390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67050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8B7CC"/>
                </a:solidFill>
              </a:defRPr>
            </a:defPPr>
            <a:lvl1pPr algn="l">
              <a:defRPr sz="1350" b="0">
                <a:solidFill>
                  <a:srgbClr val="A8B7CC"/>
                </a:solidFill>
              </a:defRPr>
            </a:lvl1pPr>
            <a:lvl2pPr algn="l">
              <a:defRPr sz="1350" b="0">
                <a:solidFill>
                  <a:srgbClr val="A8B7CC"/>
                </a:solidFill>
              </a:defRPr>
            </a:lvl2pPr>
            <a:lvl3pPr algn="l">
              <a:defRPr sz="1350" b="0">
                <a:solidFill>
                  <a:srgbClr val="A8B7CC"/>
                </a:solidFill>
              </a:defRPr>
            </a:lvl3pPr>
            <a:lvl4pPr algn="l">
              <a:defRPr sz="1350" b="0">
                <a:solidFill>
                  <a:srgbClr val="A8B7CC"/>
                </a:solidFill>
              </a:defRPr>
            </a:lvl4pPr>
            <a:lvl5pPr algn="l">
              <a:defRPr sz="1350" b="0">
                <a:solidFill>
                  <a:srgbClr val="A8B7CC"/>
                </a:solidFill>
              </a:defRPr>
            </a:lvl5pPr>
            <a:lvl6pPr algn="l">
              <a:defRPr sz="1350" b="0">
                <a:solidFill>
                  <a:srgbClr val="A8B7CC"/>
                </a:solidFill>
              </a:defRPr>
            </a:lvl6pPr>
            <a:lvl7pPr algn="l">
              <a:defRPr sz="1350" b="0">
                <a:solidFill>
                  <a:srgbClr val="A8B7CC"/>
                </a:solidFill>
              </a:defRPr>
            </a:lvl7pPr>
            <a:lvl8pPr algn="l">
              <a:defRPr sz="1350" b="0">
                <a:solidFill>
                  <a:srgbClr val="A8B7CC"/>
                </a:solidFill>
              </a:defRPr>
            </a:lvl8pPr>
            <a:lvl9pPr algn="l">
              <a:defRPr sz="1350" b="0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7CC"/>
                </a:solidFill>
              </a:defRPr>
            </a:pPr>
            <a:r>
              <a:rPr sz="1350" b="0">
                <a:solidFill>
                  <a:srgbClr val="A8B7CC"/>
                </a:solidFill>
              </a:rPr>
              <a:t>Certified checkpoint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DA8066-410A-415F-8213-34606A5F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609850"/>
            <a:ext cx="28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55C7FF"/>
                </a:solidFill>
              </a:defRPr>
            </a:defPPr>
            <a:lvl1pPr algn="ctr">
              <a:defRPr sz="2400" b="1">
                <a:solidFill>
                  <a:srgbClr val="55C7FF"/>
                </a:solidFill>
              </a:defRPr>
            </a:lvl1pPr>
            <a:lvl2pPr algn="ctr">
              <a:defRPr sz="2400" b="1">
                <a:solidFill>
                  <a:srgbClr val="55C7FF"/>
                </a:solidFill>
              </a:defRPr>
            </a:lvl2pPr>
            <a:lvl3pPr algn="ctr">
              <a:defRPr sz="2400" b="1">
                <a:solidFill>
                  <a:srgbClr val="55C7FF"/>
                </a:solidFill>
              </a:defRPr>
            </a:lvl3pPr>
            <a:lvl4pPr algn="ctr">
              <a:defRPr sz="2400" b="1">
                <a:solidFill>
                  <a:srgbClr val="55C7FF"/>
                </a:solidFill>
              </a:defRPr>
            </a:lvl4pPr>
            <a:lvl5pPr algn="ctr">
              <a:defRPr sz="2400" b="1">
                <a:solidFill>
                  <a:srgbClr val="55C7FF"/>
                </a:solidFill>
              </a:defRPr>
            </a:lvl5pPr>
            <a:lvl6pPr algn="ctr">
              <a:defRPr sz="2400" b="1">
                <a:solidFill>
                  <a:srgbClr val="55C7FF"/>
                </a:solidFill>
              </a:defRPr>
            </a:lvl6pPr>
            <a:lvl7pPr algn="ctr">
              <a:defRPr sz="2400" b="1">
                <a:solidFill>
                  <a:srgbClr val="55C7FF"/>
                </a:solidFill>
              </a:defRPr>
            </a:lvl7pPr>
            <a:lvl8pPr algn="ctr">
              <a:defRPr sz="2400" b="1">
                <a:solidFill>
                  <a:srgbClr val="55C7FF"/>
                </a:solidFill>
              </a:defRPr>
            </a:lvl8pPr>
            <a:lvl9pPr algn="ctr">
              <a:defRPr sz="240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55C7FF"/>
                </a:solidFill>
              </a:defRPr>
            </a:pPr>
            <a:r>
              <a:rPr sz="2400" b="1">
                <a:solidFill>
                  <a:srgbClr val="55C7FF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195736-CBEF-4BE1-BB4E-32134A42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85950"/>
            <a:ext cx="1905000" cy="2381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F1D33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54E69B-101F-440A-8DAF-CCB4E6D8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574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55C7FF"/>
                </a:solidFill>
              </a:defRPr>
            </a:defPPr>
            <a:lvl1pPr algn="l">
              <a:defRPr sz="1200" b="1">
                <a:solidFill>
                  <a:srgbClr val="55C7FF"/>
                </a:solidFill>
              </a:defRPr>
            </a:lvl1pPr>
            <a:lvl2pPr algn="l">
              <a:defRPr sz="1200" b="1">
                <a:solidFill>
                  <a:srgbClr val="55C7FF"/>
                </a:solidFill>
              </a:defRPr>
            </a:lvl2pPr>
            <a:lvl3pPr algn="l">
              <a:defRPr sz="1200" b="1">
                <a:solidFill>
                  <a:srgbClr val="55C7FF"/>
                </a:solidFill>
              </a:defRPr>
            </a:lvl3pPr>
            <a:lvl4pPr algn="l">
              <a:defRPr sz="1200" b="1">
                <a:solidFill>
                  <a:srgbClr val="55C7FF"/>
                </a:solidFill>
              </a:defRPr>
            </a:lvl4pPr>
            <a:lvl5pPr algn="l">
              <a:defRPr sz="1200" b="1">
                <a:solidFill>
                  <a:srgbClr val="55C7FF"/>
                </a:solidFill>
              </a:defRPr>
            </a:lvl5pPr>
            <a:lvl6pPr algn="l">
              <a:defRPr sz="1200" b="1">
                <a:solidFill>
                  <a:srgbClr val="55C7FF"/>
                </a:solidFill>
              </a:defRPr>
            </a:lvl6pPr>
            <a:lvl7pPr algn="l">
              <a:defRPr sz="1200" b="1">
                <a:solidFill>
                  <a:srgbClr val="55C7FF"/>
                </a:solidFill>
              </a:defRPr>
            </a:lvl7pPr>
            <a:lvl8pPr algn="l">
              <a:defRPr sz="1200" b="1">
                <a:solidFill>
                  <a:srgbClr val="55C7FF"/>
                </a:solidFill>
              </a:defRPr>
            </a:lvl8pPr>
            <a:lvl9pPr algn="l">
              <a:defRPr sz="120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5C7FF"/>
                </a:solidFill>
              </a:defRPr>
            </a:pPr>
            <a:r>
              <a:rPr sz="1200" b="1">
                <a:solidFill>
                  <a:srgbClr val="55C7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1E849C-059B-43AA-A390-BF83F4FA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146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4F8FF"/>
                </a:solidFill>
              </a:defRPr>
            </a:defPPr>
            <a:lvl1pPr algn="l">
              <a:defRPr sz="1650" b="1">
                <a:solidFill>
                  <a:srgbClr val="F4F8FF"/>
                </a:solidFill>
              </a:defRPr>
            </a:lvl1pPr>
            <a:lvl2pPr algn="l">
              <a:defRPr sz="1650" b="1">
                <a:solidFill>
                  <a:srgbClr val="F4F8FF"/>
                </a:solidFill>
              </a:defRPr>
            </a:lvl2pPr>
            <a:lvl3pPr algn="l">
              <a:defRPr sz="1650" b="1">
                <a:solidFill>
                  <a:srgbClr val="F4F8FF"/>
                </a:solidFill>
              </a:defRPr>
            </a:lvl3pPr>
            <a:lvl4pPr algn="l">
              <a:defRPr sz="1650" b="1">
                <a:solidFill>
                  <a:srgbClr val="F4F8FF"/>
                </a:solidFill>
              </a:defRPr>
            </a:lvl4pPr>
            <a:lvl5pPr algn="l">
              <a:defRPr sz="1650" b="1">
                <a:solidFill>
                  <a:srgbClr val="F4F8FF"/>
                </a:solidFill>
              </a:defRPr>
            </a:lvl5pPr>
            <a:lvl6pPr algn="l">
              <a:defRPr sz="1650" b="1">
                <a:solidFill>
                  <a:srgbClr val="F4F8FF"/>
                </a:solidFill>
              </a:defRPr>
            </a:lvl6pPr>
            <a:lvl7pPr algn="l">
              <a:defRPr sz="1650" b="1">
                <a:solidFill>
                  <a:srgbClr val="F4F8FF"/>
                </a:solidFill>
              </a:defRPr>
            </a:lvl7pPr>
            <a:lvl8pPr algn="l">
              <a:defRPr sz="1650" b="1">
                <a:solidFill>
                  <a:srgbClr val="F4F8FF"/>
                </a:solidFill>
              </a:defRPr>
            </a:lvl8pPr>
            <a:lvl9pPr algn="l">
              <a:defRPr sz="1650" b="1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BASE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AFB326-D8C1-4128-AF28-0CF061BE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67050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8B7CC"/>
                </a:solidFill>
              </a:defRPr>
            </a:defPPr>
            <a:lvl1pPr algn="l">
              <a:defRPr sz="1350" b="0">
                <a:solidFill>
                  <a:srgbClr val="A8B7CC"/>
                </a:solidFill>
              </a:defRPr>
            </a:lvl1pPr>
            <a:lvl2pPr algn="l">
              <a:defRPr sz="1350" b="0">
                <a:solidFill>
                  <a:srgbClr val="A8B7CC"/>
                </a:solidFill>
              </a:defRPr>
            </a:lvl2pPr>
            <a:lvl3pPr algn="l">
              <a:defRPr sz="1350" b="0">
                <a:solidFill>
                  <a:srgbClr val="A8B7CC"/>
                </a:solidFill>
              </a:defRPr>
            </a:lvl3pPr>
            <a:lvl4pPr algn="l">
              <a:defRPr sz="1350" b="0">
                <a:solidFill>
                  <a:srgbClr val="A8B7CC"/>
                </a:solidFill>
              </a:defRPr>
            </a:lvl4pPr>
            <a:lvl5pPr algn="l">
              <a:defRPr sz="1350" b="0">
                <a:solidFill>
                  <a:srgbClr val="A8B7CC"/>
                </a:solidFill>
              </a:defRPr>
            </a:lvl5pPr>
            <a:lvl6pPr algn="l">
              <a:defRPr sz="1350" b="0">
                <a:solidFill>
                  <a:srgbClr val="A8B7CC"/>
                </a:solidFill>
              </a:defRPr>
            </a:lvl6pPr>
            <a:lvl7pPr algn="l">
              <a:defRPr sz="1350" b="0">
                <a:solidFill>
                  <a:srgbClr val="A8B7CC"/>
                </a:solidFill>
              </a:defRPr>
            </a:lvl7pPr>
            <a:lvl8pPr algn="l">
              <a:defRPr sz="1350" b="0">
                <a:solidFill>
                  <a:srgbClr val="A8B7CC"/>
                </a:solidFill>
              </a:defRPr>
            </a:lvl8pPr>
            <a:lvl9pPr algn="l">
              <a:defRPr sz="1350" b="0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7CC"/>
                </a:solidFill>
              </a:defRPr>
            </a:pPr>
            <a:r>
              <a:rPr sz="1350" b="0">
                <a:solidFill>
                  <a:srgbClr val="A8B7CC"/>
                </a:solidFill>
              </a:rPr>
              <a:t>Cumulative Merkle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DC33C8-C421-41E5-A9EA-051BE9D7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F1D33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C2D0B7-78B7-4BA0-BF7C-E7B3C50B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70E6B1"/>
                </a:solidFill>
              </a:defRPr>
            </a:defPPr>
            <a:lvl1pPr algn="l">
              <a:defRPr sz="1500" b="1">
                <a:solidFill>
                  <a:srgbClr val="70E6B1"/>
                </a:solidFill>
              </a:defRPr>
            </a:lvl1pPr>
            <a:lvl2pPr algn="l">
              <a:defRPr sz="1500" b="1">
                <a:solidFill>
                  <a:srgbClr val="70E6B1"/>
                </a:solidFill>
              </a:defRPr>
            </a:lvl2pPr>
            <a:lvl3pPr algn="l">
              <a:defRPr sz="1500" b="1">
                <a:solidFill>
                  <a:srgbClr val="70E6B1"/>
                </a:solidFill>
              </a:defRPr>
            </a:lvl3pPr>
            <a:lvl4pPr algn="l">
              <a:defRPr sz="1500" b="1">
                <a:solidFill>
                  <a:srgbClr val="70E6B1"/>
                </a:solidFill>
              </a:defRPr>
            </a:lvl4pPr>
            <a:lvl5pPr algn="l">
              <a:defRPr sz="1500" b="1">
                <a:solidFill>
                  <a:srgbClr val="70E6B1"/>
                </a:solidFill>
              </a:defRPr>
            </a:lvl5pPr>
            <a:lvl6pPr algn="l">
              <a:defRPr sz="1500" b="1">
                <a:solidFill>
                  <a:srgbClr val="70E6B1"/>
                </a:solidFill>
              </a:defRPr>
            </a:lvl6pPr>
            <a:lvl7pPr algn="l">
              <a:defRPr sz="1500" b="1">
                <a:solidFill>
                  <a:srgbClr val="70E6B1"/>
                </a:solidFill>
              </a:defRPr>
            </a:lvl7pPr>
            <a:lvl8pPr algn="l">
              <a:defRPr sz="1500" b="1">
                <a:solidFill>
                  <a:srgbClr val="70E6B1"/>
                </a:solidFill>
              </a:defRPr>
            </a:lvl8pPr>
            <a:lvl9pPr algn="l">
              <a:defRPr sz="1500" b="1">
                <a:solidFill>
                  <a:srgbClr val="70E6B1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0E6B1"/>
                </a:solidFill>
              </a:defRPr>
            </a:pPr>
            <a:r>
              <a:rPr sz="1500" b="1">
                <a:solidFill>
                  <a:srgbClr val="70E6B1"/>
                </a:solidFill>
              </a:rPr>
              <a:t>Authority stays separated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0CE4C6-0908-40AF-BDEE-E253083B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4345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4F8FF"/>
                </a:solidFill>
              </a:defRPr>
            </a:defPPr>
            <a:lvl1pPr algn="l">
              <a:defRPr sz="1500" b="0">
                <a:solidFill>
                  <a:srgbClr val="F4F8FF"/>
                </a:solidFill>
              </a:defRPr>
            </a:lvl1pPr>
            <a:lvl2pPr algn="l">
              <a:defRPr sz="1500" b="0">
                <a:solidFill>
                  <a:srgbClr val="F4F8FF"/>
                </a:solidFill>
              </a:defRPr>
            </a:lvl2pPr>
            <a:lvl3pPr algn="l">
              <a:defRPr sz="1500" b="0">
                <a:solidFill>
                  <a:srgbClr val="F4F8FF"/>
                </a:solidFill>
              </a:defRPr>
            </a:lvl3pPr>
            <a:lvl4pPr algn="l">
              <a:defRPr sz="1500" b="0">
                <a:solidFill>
                  <a:srgbClr val="F4F8FF"/>
                </a:solidFill>
              </a:defRPr>
            </a:lvl4pPr>
            <a:lvl5pPr algn="l">
              <a:defRPr sz="1500" b="0">
                <a:solidFill>
                  <a:srgbClr val="F4F8FF"/>
                </a:solidFill>
              </a:defRPr>
            </a:lvl5pPr>
            <a:lvl6pPr algn="l">
              <a:defRPr sz="1500" b="0">
                <a:solidFill>
                  <a:srgbClr val="F4F8FF"/>
                </a:solidFill>
              </a:defRPr>
            </a:lvl6pPr>
            <a:lvl7pPr algn="l">
              <a:defRPr sz="1500" b="0">
                <a:solidFill>
                  <a:srgbClr val="F4F8FF"/>
                </a:solidFill>
              </a:defRPr>
            </a:lvl7pPr>
            <a:lvl8pPr algn="l">
              <a:defRPr sz="1500" b="0">
                <a:solidFill>
                  <a:srgbClr val="F4F8FF"/>
                </a:solidFill>
              </a:defRPr>
            </a:lvl8pPr>
            <a:lvl9pPr algn="l">
              <a:defRPr sz="1500" b="0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F"/>
                </a:solidFill>
              </a:defRPr>
            </a:pPr>
            <a:r>
              <a:rPr sz="1500" b="0">
                <a:solidFill>
                  <a:srgbClr val="F4F8FF"/>
                </a:solidFill>
              </a:rPr>
              <a:t>The model proposes an explanation. Deterministic code computes consensus. The canister certifies continuity. The contract controls funds.</a:t>
            </a:r>
          </a:p>
        </p:txBody>
      </p:sp>
    </p:spTree>
    <p:extLst>
      <p:ext uri="{BB962C8B-B14F-4D97-AF65-F5344CB8AC3E}">
        <p14:creationId xmlns:p14="http://schemas.microsoft.com/office/powerpoint/2010/main" val="1261715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BFE54-6D1B-40B1-9849-6EE5B2A7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5C7FF"/>
                </a:solidFill>
              </a:defRPr>
            </a:defPPr>
            <a:lvl1pPr algn="l">
              <a:defRPr sz="1050" b="1">
                <a:solidFill>
                  <a:srgbClr val="55C7FF"/>
                </a:solidFill>
              </a:defRPr>
            </a:lvl1pPr>
            <a:lvl2pPr algn="l">
              <a:defRPr sz="1050" b="1">
                <a:solidFill>
                  <a:srgbClr val="55C7FF"/>
                </a:solidFill>
              </a:defRPr>
            </a:lvl2pPr>
            <a:lvl3pPr algn="l">
              <a:defRPr sz="1050" b="1">
                <a:solidFill>
                  <a:srgbClr val="55C7FF"/>
                </a:solidFill>
              </a:defRPr>
            </a:lvl3pPr>
            <a:lvl4pPr algn="l">
              <a:defRPr sz="1050" b="1">
                <a:solidFill>
                  <a:srgbClr val="55C7FF"/>
                </a:solidFill>
              </a:defRPr>
            </a:lvl4pPr>
            <a:lvl5pPr algn="l">
              <a:defRPr sz="1050" b="1">
                <a:solidFill>
                  <a:srgbClr val="55C7FF"/>
                </a:solidFill>
              </a:defRPr>
            </a:lvl5pPr>
            <a:lvl6pPr algn="l">
              <a:defRPr sz="1050" b="1">
                <a:solidFill>
                  <a:srgbClr val="55C7FF"/>
                </a:solidFill>
              </a:defRPr>
            </a:lvl6pPr>
            <a:lvl7pPr algn="l">
              <a:defRPr sz="1050" b="1">
                <a:solidFill>
                  <a:srgbClr val="55C7FF"/>
                </a:solidFill>
              </a:defRPr>
            </a:lvl7pPr>
            <a:lvl8pPr algn="l">
              <a:defRPr sz="1050" b="1">
                <a:solidFill>
                  <a:srgbClr val="55C7FF"/>
                </a:solidFill>
              </a:defRPr>
            </a:lvl8pPr>
            <a:lvl9pPr algn="l">
              <a:defRPr sz="105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5C7FF"/>
                </a:solidFill>
              </a:defRPr>
            </a:pPr>
            <a:r>
              <a:rPr sz="1050" b="1">
                <a:solidFill>
                  <a:srgbClr val="55C7FF"/>
                </a:solidFill>
              </a:rPr>
              <a:t>OPEN AGENT HACKATHON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0B9FD-36A9-491F-B66A-38CABC8E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8FF"/>
                </a:solidFill>
              </a:defRPr>
            </a:defPPr>
            <a:lvl1pPr algn="l">
              <a:defRPr sz="2550" b="1">
                <a:solidFill>
                  <a:srgbClr val="F4F8FF"/>
                </a:solidFill>
              </a:defRPr>
            </a:lvl1pPr>
            <a:lvl2pPr algn="l">
              <a:defRPr sz="2550" b="1">
                <a:solidFill>
                  <a:srgbClr val="F4F8FF"/>
                </a:solidFill>
              </a:defRPr>
            </a:lvl2pPr>
            <a:lvl3pPr algn="l">
              <a:defRPr sz="2550" b="1">
                <a:solidFill>
                  <a:srgbClr val="F4F8FF"/>
                </a:solidFill>
              </a:defRPr>
            </a:lvl3pPr>
            <a:lvl4pPr algn="l">
              <a:defRPr sz="2550" b="1">
                <a:solidFill>
                  <a:srgbClr val="F4F8FF"/>
                </a:solidFill>
              </a:defRPr>
            </a:lvl4pPr>
            <a:lvl5pPr algn="l">
              <a:defRPr sz="2550" b="1">
                <a:solidFill>
                  <a:srgbClr val="F4F8FF"/>
                </a:solidFill>
              </a:defRPr>
            </a:lvl5pPr>
            <a:lvl6pPr algn="l">
              <a:defRPr sz="2550" b="1">
                <a:solidFill>
                  <a:srgbClr val="F4F8FF"/>
                </a:solidFill>
              </a:defRPr>
            </a:lvl6pPr>
            <a:lvl7pPr algn="l">
              <a:defRPr sz="2550" b="1">
                <a:solidFill>
                  <a:srgbClr val="F4F8FF"/>
                </a:solidFill>
              </a:defRPr>
            </a:lvl7pPr>
            <a:lvl8pPr algn="l">
              <a:defRPr sz="2550" b="1">
                <a:solidFill>
                  <a:srgbClr val="F4F8FF"/>
                </a:solidFill>
              </a:defRPr>
            </a:lvl8pPr>
            <a:lvl9pPr algn="l">
              <a:defRPr sz="2550" b="1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8FF"/>
                </a:solidFill>
              </a:defRPr>
            </a:pPr>
            <a:r>
              <a:rPr sz="2550" b="1">
                <a:solidFill>
                  <a:srgbClr val="F4F8FF"/>
                </a:solidFill>
              </a:rPr>
              <a:t>The explanation starts with deterministic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F39A1-03A3-4C0A-BACF-2C8D2A06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29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8B7CC"/>
                </a:solidFill>
              </a:defRPr>
            </a:defPPr>
            <a:lvl1pPr algn="r">
              <a:defRPr sz="1050" b="1">
                <a:solidFill>
                  <a:srgbClr val="A8B7CC"/>
                </a:solidFill>
              </a:defRPr>
            </a:lvl1pPr>
            <a:lvl2pPr algn="r">
              <a:defRPr sz="1050" b="1">
                <a:solidFill>
                  <a:srgbClr val="A8B7CC"/>
                </a:solidFill>
              </a:defRPr>
            </a:lvl2pPr>
            <a:lvl3pPr algn="r">
              <a:defRPr sz="1050" b="1">
                <a:solidFill>
                  <a:srgbClr val="A8B7CC"/>
                </a:solidFill>
              </a:defRPr>
            </a:lvl3pPr>
            <a:lvl4pPr algn="r">
              <a:defRPr sz="1050" b="1">
                <a:solidFill>
                  <a:srgbClr val="A8B7CC"/>
                </a:solidFill>
              </a:defRPr>
            </a:lvl4pPr>
            <a:lvl5pPr algn="r">
              <a:defRPr sz="1050" b="1">
                <a:solidFill>
                  <a:srgbClr val="A8B7CC"/>
                </a:solidFill>
              </a:defRPr>
            </a:lvl5pPr>
            <a:lvl6pPr algn="r">
              <a:defRPr sz="1050" b="1">
                <a:solidFill>
                  <a:srgbClr val="A8B7CC"/>
                </a:solidFill>
              </a:defRPr>
            </a:lvl6pPr>
            <a:lvl7pPr algn="r">
              <a:defRPr sz="1050" b="1">
                <a:solidFill>
                  <a:srgbClr val="A8B7CC"/>
                </a:solidFill>
              </a:defRPr>
            </a:lvl7pPr>
            <a:lvl8pPr algn="r">
              <a:defRPr sz="1050" b="1">
                <a:solidFill>
                  <a:srgbClr val="A8B7CC"/>
                </a:solidFill>
              </a:defRPr>
            </a:lvl8pPr>
            <a:lvl9pPr algn="r">
              <a:defRPr sz="1050" b="1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A8B7CC"/>
                </a:solidFill>
              </a:defRPr>
            </a:pPr>
            <a:r>
              <a:rPr sz="1050" b="1">
                <a:solidFill>
                  <a:srgbClr val="A8B7CC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340C6-8F0E-4511-BEE0-F3B4473A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7685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0F1D33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F2207-FAB7-4710-94EF-6E8F2CC1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55C7FF"/>
                </a:solidFill>
              </a:defRPr>
            </a:defPPr>
            <a:lvl1pPr algn="l">
              <a:defRPr sz="1650" b="1">
                <a:solidFill>
                  <a:srgbClr val="55C7FF"/>
                </a:solidFill>
              </a:defRPr>
            </a:lvl1pPr>
            <a:lvl2pPr algn="l">
              <a:defRPr sz="1650" b="1">
                <a:solidFill>
                  <a:srgbClr val="55C7FF"/>
                </a:solidFill>
              </a:defRPr>
            </a:lvl2pPr>
            <a:lvl3pPr algn="l">
              <a:defRPr sz="1650" b="1">
                <a:solidFill>
                  <a:srgbClr val="55C7FF"/>
                </a:solidFill>
              </a:defRPr>
            </a:lvl3pPr>
            <a:lvl4pPr algn="l">
              <a:defRPr sz="1650" b="1">
                <a:solidFill>
                  <a:srgbClr val="55C7FF"/>
                </a:solidFill>
              </a:defRPr>
            </a:lvl4pPr>
            <a:lvl5pPr algn="l">
              <a:defRPr sz="1650" b="1">
                <a:solidFill>
                  <a:srgbClr val="55C7FF"/>
                </a:solidFill>
              </a:defRPr>
            </a:lvl5pPr>
            <a:lvl6pPr algn="l">
              <a:defRPr sz="1650" b="1">
                <a:solidFill>
                  <a:srgbClr val="55C7FF"/>
                </a:solidFill>
              </a:defRPr>
            </a:lvl6pPr>
            <a:lvl7pPr algn="l">
              <a:defRPr sz="1650" b="1">
                <a:solidFill>
                  <a:srgbClr val="55C7FF"/>
                </a:solidFill>
              </a:defRPr>
            </a:lvl7pPr>
            <a:lvl8pPr algn="l">
              <a:defRPr sz="1650" b="1">
                <a:solidFill>
                  <a:srgbClr val="55C7FF"/>
                </a:solidFill>
              </a:defRPr>
            </a:lvl8pPr>
            <a:lvl9pPr algn="l">
              <a:defRPr sz="165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5C7FF"/>
                </a:solidFill>
              </a:defRPr>
            </a:pPr>
            <a:r>
              <a:rPr sz="1650" b="1">
                <a:solidFill>
                  <a:srgbClr val="55C7FF"/>
                </a:solidFill>
              </a:rPr>
              <a:t>Consensus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C491D-6071-4DBC-821C-C60EBF8E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44005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4F8FF"/>
                </a:solidFill>
              </a:defRPr>
            </a:defPPr>
            <a:lvl1pPr algn="l">
              <a:defRPr sz="1650" b="0">
                <a:solidFill>
                  <a:srgbClr val="F4F8FF"/>
                </a:solidFill>
              </a:defRPr>
            </a:lvl1pPr>
            <a:lvl2pPr algn="l">
              <a:defRPr sz="1650" b="0">
                <a:solidFill>
                  <a:srgbClr val="F4F8FF"/>
                </a:solidFill>
              </a:defRPr>
            </a:lvl2pPr>
            <a:lvl3pPr algn="l">
              <a:defRPr sz="1650" b="0">
                <a:solidFill>
                  <a:srgbClr val="F4F8FF"/>
                </a:solidFill>
              </a:defRPr>
            </a:lvl3pPr>
            <a:lvl4pPr algn="l">
              <a:defRPr sz="1650" b="0">
                <a:solidFill>
                  <a:srgbClr val="F4F8FF"/>
                </a:solidFill>
              </a:defRPr>
            </a:lvl4pPr>
            <a:lvl5pPr algn="l">
              <a:defRPr sz="1650" b="0">
                <a:solidFill>
                  <a:srgbClr val="F4F8FF"/>
                </a:solidFill>
              </a:defRPr>
            </a:lvl5pPr>
            <a:lvl6pPr algn="l">
              <a:defRPr sz="1650" b="0">
                <a:solidFill>
                  <a:srgbClr val="F4F8FF"/>
                </a:solidFill>
              </a:defRPr>
            </a:lvl6pPr>
            <a:lvl7pPr algn="l">
              <a:defRPr sz="1650" b="0">
                <a:solidFill>
                  <a:srgbClr val="F4F8FF"/>
                </a:solidFill>
              </a:defRPr>
            </a:lvl7pPr>
            <a:lvl8pPr algn="l">
              <a:defRPr sz="1650" b="0">
                <a:solidFill>
                  <a:srgbClr val="F4F8FF"/>
                </a:solidFill>
              </a:defRPr>
            </a:lvl8pPr>
            <a:lvl9pPr algn="l">
              <a:defRPr sz="1650" b="0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F"/>
                </a:solidFill>
              </a:defRPr>
            </a:pPr>
            <a:r>
              <a:rPr sz="1650" b="0">
                <a:solidFill>
                  <a:srgbClr val="F4F8FF"/>
                </a:solidFill>
              </a:rPr>
              <a:t>1. Compute each venue midpoint</a:t>
            </a:r>
          </a:p>
          <a:p xmlns:a="http://schemas.openxmlformats.org/drawingml/2006/main">
            <a:pPr algn="l">
              <a:defRPr sz="1650" b="0">
                <a:solidFill>
                  <a:srgbClr val="F4F8FF"/>
                </a:solidFill>
              </a:defRPr>
            </a:pPr>
            <a:r>
              <a:rPr sz="1650" b="0">
                <a:solidFill>
                  <a:srgbClr val="F4F8FF"/>
                </a:solidFill>
              </a:rPr>
              <a:t>2. Find the median price</a:t>
            </a:r>
          </a:p>
          <a:p xmlns:a="http://schemas.openxmlformats.org/drawingml/2006/main">
            <a:pPr algn="l">
              <a:defRPr sz="1650" b="0">
                <a:solidFill>
                  <a:srgbClr val="F4F8FF"/>
                </a:solidFill>
              </a:defRPr>
            </a:pPr>
            <a:r>
              <a:rPr sz="1650" b="0">
                <a:solidFill>
                  <a:srgbClr val="F4F8FF"/>
                </a:solidFill>
              </a:rPr>
              <a:t>3. Reject values beyond 3 × MAD</a:t>
            </a:r>
          </a:p>
          <a:p xmlns:a="http://schemas.openxmlformats.org/drawingml/2006/main">
            <a:pPr algn="l">
              <a:defRPr sz="1650" b="0">
                <a:solidFill>
                  <a:srgbClr val="F4F8FF"/>
                </a:solidFill>
              </a:defRPr>
            </a:pPr>
            <a:r>
              <a:rPr sz="1650" b="0">
                <a:solidFill>
                  <a:srgbClr val="F4F8FF"/>
                </a:solidFill>
              </a:rPr>
              <a:t>4. Recompute VWAP and risk regime from accepted venues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3432E-A1F0-408A-9A68-E6D3C764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440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70E6B1"/>
                </a:solidFill>
              </a:defRPr>
            </a:defPPr>
            <a:lvl1pPr algn="l">
              <a:defRPr sz="1500" b="1">
                <a:solidFill>
                  <a:srgbClr val="70E6B1"/>
                </a:solidFill>
              </a:defRPr>
            </a:lvl1pPr>
            <a:lvl2pPr algn="l">
              <a:defRPr sz="1500" b="1">
                <a:solidFill>
                  <a:srgbClr val="70E6B1"/>
                </a:solidFill>
              </a:defRPr>
            </a:lvl2pPr>
            <a:lvl3pPr algn="l">
              <a:defRPr sz="1500" b="1">
                <a:solidFill>
                  <a:srgbClr val="70E6B1"/>
                </a:solidFill>
              </a:defRPr>
            </a:lvl3pPr>
            <a:lvl4pPr algn="l">
              <a:defRPr sz="1500" b="1">
                <a:solidFill>
                  <a:srgbClr val="70E6B1"/>
                </a:solidFill>
              </a:defRPr>
            </a:lvl4pPr>
            <a:lvl5pPr algn="l">
              <a:defRPr sz="1500" b="1">
                <a:solidFill>
                  <a:srgbClr val="70E6B1"/>
                </a:solidFill>
              </a:defRPr>
            </a:lvl5pPr>
            <a:lvl6pPr algn="l">
              <a:defRPr sz="1500" b="1">
                <a:solidFill>
                  <a:srgbClr val="70E6B1"/>
                </a:solidFill>
              </a:defRPr>
            </a:lvl6pPr>
            <a:lvl7pPr algn="l">
              <a:defRPr sz="1500" b="1">
                <a:solidFill>
                  <a:srgbClr val="70E6B1"/>
                </a:solidFill>
              </a:defRPr>
            </a:lvl7pPr>
            <a:lvl8pPr algn="l">
              <a:defRPr sz="1500" b="1">
                <a:solidFill>
                  <a:srgbClr val="70E6B1"/>
                </a:solidFill>
              </a:defRPr>
            </a:lvl8pPr>
            <a:lvl9pPr algn="l">
              <a:defRPr sz="1500" b="1">
                <a:solidFill>
                  <a:srgbClr val="70E6B1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0E6B1"/>
                </a:solidFill>
              </a:defRPr>
            </a:pPr>
            <a:r>
              <a:rPr sz="1500" b="1">
                <a:solidFill>
                  <a:srgbClr val="70E6B1"/>
                </a:solidFill>
              </a:rPr>
              <a:t>A rejected venue cannot inflate the verified spread.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7AE29-0BE0-40C1-AD7D-E3724436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66850"/>
            <a:ext cx="523875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3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0A521-F4C7-4468-A25A-27DB97E1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145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70E6B1"/>
                </a:solidFill>
              </a:defRPr>
            </a:defPPr>
            <a:lvl1pPr algn="l">
              <a:defRPr sz="1650" b="1">
                <a:solidFill>
                  <a:srgbClr val="70E6B1"/>
                </a:solidFill>
              </a:defRPr>
            </a:lvl1pPr>
            <a:lvl2pPr algn="l">
              <a:defRPr sz="1650" b="1">
                <a:solidFill>
                  <a:srgbClr val="70E6B1"/>
                </a:solidFill>
              </a:defRPr>
            </a:lvl2pPr>
            <a:lvl3pPr algn="l">
              <a:defRPr sz="1650" b="1">
                <a:solidFill>
                  <a:srgbClr val="70E6B1"/>
                </a:solidFill>
              </a:defRPr>
            </a:lvl3pPr>
            <a:lvl4pPr algn="l">
              <a:defRPr sz="1650" b="1">
                <a:solidFill>
                  <a:srgbClr val="70E6B1"/>
                </a:solidFill>
              </a:defRPr>
            </a:lvl4pPr>
            <a:lvl5pPr algn="l">
              <a:defRPr sz="1650" b="1">
                <a:solidFill>
                  <a:srgbClr val="70E6B1"/>
                </a:solidFill>
              </a:defRPr>
            </a:lvl5pPr>
            <a:lvl6pPr algn="l">
              <a:defRPr sz="1650" b="1">
                <a:solidFill>
                  <a:srgbClr val="70E6B1"/>
                </a:solidFill>
              </a:defRPr>
            </a:lvl6pPr>
            <a:lvl7pPr algn="l">
              <a:defRPr sz="1650" b="1">
                <a:solidFill>
                  <a:srgbClr val="70E6B1"/>
                </a:solidFill>
              </a:defRPr>
            </a:lvl7pPr>
            <a:lvl8pPr algn="l">
              <a:defRPr sz="1650" b="1">
                <a:solidFill>
                  <a:srgbClr val="70E6B1"/>
                </a:solidFill>
              </a:defRPr>
            </a:lvl8pPr>
            <a:lvl9pPr algn="l">
              <a:defRPr sz="1650" b="1">
                <a:solidFill>
                  <a:srgbClr val="70E6B1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70E6B1"/>
                </a:solidFill>
              </a:defRPr>
            </a:pPr>
            <a:r>
              <a:rPr sz="1650" b="1">
                <a:solidFill>
                  <a:srgbClr val="70E6B1"/>
                </a:solidFill>
              </a:rPr>
              <a:t>Fixture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222EC-B09A-41AD-90E3-B997CC98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A8B7CC"/>
                </a:solidFill>
              </a:defRPr>
            </a:defPPr>
            <a:lvl1pPr algn="l">
              <a:defRPr sz="1350" b="1">
                <a:solidFill>
                  <a:srgbClr val="A8B7CC"/>
                </a:solidFill>
              </a:defRPr>
            </a:lvl1pPr>
            <a:lvl2pPr algn="l">
              <a:defRPr sz="1350" b="1">
                <a:solidFill>
                  <a:srgbClr val="A8B7CC"/>
                </a:solidFill>
              </a:defRPr>
            </a:lvl2pPr>
            <a:lvl3pPr algn="l">
              <a:defRPr sz="1350" b="1">
                <a:solidFill>
                  <a:srgbClr val="A8B7CC"/>
                </a:solidFill>
              </a:defRPr>
            </a:lvl3pPr>
            <a:lvl4pPr algn="l">
              <a:defRPr sz="1350" b="1">
                <a:solidFill>
                  <a:srgbClr val="A8B7CC"/>
                </a:solidFill>
              </a:defRPr>
            </a:lvl4pPr>
            <a:lvl5pPr algn="l">
              <a:defRPr sz="1350" b="1">
                <a:solidFill>
                  <a:srgbClr val="A8B7CC"/>
                </a:solidFill>
              </a:defRPr>
            </a:lvl5pPr>
            <a:lvl6pPr algn="l">
              <a:defRPr sz="1350" b="1">
                <a:solidFill>
                  <a:srgbClr val="A8B7CC"/>
                </a:solidFill>
              </a:defRPr>
            </a:lvl6pPr>
            <a:lvl7pPr algn="l">
              <a:defRPr sz="1350" b="1">
                <a:solidFill>
                  <a:srgbClr val="A8B7CC"/>
                </a:solidFill>
              </a:defRPr>
            </a:lvl7pPr>
            <a:lvl8pPr algn="l">
              <a:defRPr sz="1350" b="1">
                <a:solidFill>
                  <a:srgbClr val="A8B7CC"/>
                </a:solidFill>
              </a:defRPr>
            </a:lvl8pPr>
            <a:lvl9pPr algn="l">
              <a:defRPr sz="1350" b="1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B7CC"/>
                </a:solidFill>
              </a:defRPr>
            </a:pPr>
            <a:r>
              <a:rPr sz="1350" b="1">
                <a:solidFill>
                  <a:srgbClr val="A8B7CC"/>
                </a:solidFill>
              </a:rPr>
              <a:t>Accepted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0ECF9-CED0-49AC-94F4-A196C3BD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4F8FF"/>
                </a:solidFill>
              </a:defRPr>
            </a:defPPr>
            <a:lvl1pPr algn="l">
              <a:defRPr sz="1575" b="1">
                <a:solidFill>
                  <a:srgbClr val="F4F8FF"/>
                </a:solidFill>
              </a:defRPr>
            </a:lvl1pPr>
            <a:lvl2pPr algn="l">
              <a:defRPr sz="1575" b="1">
                <a:solidFill>
                  <a:srgbClr val="F4F8FF"/>
                </a:solidFill>
              </a:defRPr>
            </a:lvl2pPr>
            <a:lvl3pPr algn="l">
              <a:defRPr sz="1575" b="1">
                <a:solidFill>
                  <a:srgbClr val="F4F8FF"/>
                </a:solidFill>
              </a:defRPr>
            </a:lvl3pPr>
            <a:lvl4pPr algn="l">
              <a:defRPr sz="1575" b="1">
                <a:solidFill>
                  <a:srgbClr val="F4F8FF"/>
                </a:solidFill>
              </a:defRPr>
            </a:lvl4pPr>
            <a:lvl5pPr algn="l">
              <a:defRPr sz="1575" b="1">
                <a:solidFill>
                  <a:srgbClr val="F4F8FF"/>
                </a:solidFill>
              </a:defRPr>
            </a:lvl5pPr>
            <a:lvl6pPr algn="l">
              <a:defRPr sz="1575" b="1">
                <a:solidFill>
                  <a:srgbClr val="F4F8FF"/>
                </a:solidFill>
              </a:defRPr>
            </a:lvl6pPr>
            <a:lvl7pPr algn="l">
              <a:defRPr sz="1575" b="1">
                <a:solidFill>
                  <a:srgbClr val="F4F8FF"/>
                </a:solidFill>
              </a:defRPr>
            </a:lvl7pPr>
            <a:lvl8pPr algn="l">
              <a:defRPr sz="1575" b="1">
                <a:solidFill>
                  <a:srgbClr val="F4F8FF"/>
                </a:solidFill>
              </a:defRPr>
            </a:lvl8pPr>
            <a:lvl9pPr algn="l">
              <a:defRPr sz="1575" b="1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8FF"/>
                </a:solidFill>
              </a:defRPr>
            </a:pPr>
            <a:r>
              <a:rPr sz="1575" b="1">
                <a:solidFill>
                  <a:srgbClr val="F4F8FF"/>
                </a:solidFill>
              </a:rPr>
              <a:t>BINANCE  COINBASE  OKX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14631-A835-48CA-B41B-3BACE4C3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33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A8B7CC"/>
                </a:solidFill>
              </a:defRPr>
            </a:defPPr>
            <a:lvl1pPr algn="l">
              <a:defRPr sz="1350" b="1">
                <a:solidFill>
                  <a:srgbClr val="A8B7CC"/>
                </a:solidFill>
              </a:defRPr>
            </a:lvl1pPr>
            <a:lvl2pPr algn="l">
              <a:defRPr sz="1350" b="1">
                <a:solidFill>
                  <a:srgbClr val="A8B7CC"/>
                </a:solidFill>
              </a:defRPr>
            </a:lvl2pPr>
            <a:lvl3pPr algn="l">
              <a:defRPr sz="1350" b="1">
                <a:solidFill>
                  <a:srgbClr val="A8B7CC"/>
                </a:solidFill>
              </a:defRPr>
            </a:lvl3pPr>
            <a:lvl4pPr algn="l">
              <a:defRPr sz="1350" b="1">
                <a:solidFill>
                  <a:srgbClr val="A8B7CC"/>
                </a:solidFill>
              </a:defRPr>
            </a:lvl4pPr>
            <a:lvl5pPr algn="l">
              <a:defRPr sz="1350" b="1">
                <a:solidFill>
                  <a:srgbClr val="A8B7CC"/>
                </a:solidFill>
              </a:defRPr>
            </a:lvl5pPr>
            <a:lvl6pPr algn="l">
              <a:defRPr sz="1350" b="1">
                <a:solidFill>
                  <a:srgbClr val="A8B7CC"/>
                </a:solidFill>
              </a:defRPr>
            </a:lvl6pPr>
            <a:lvl7pPr algn="l">
              <a:defRPr sz="1350" b="1">
                <a:solidFill>
                  <a:srgbClr val="A8B7CC"/>
                </a:solidFill>
              </a:defRPr>
            </a:lvl7pPr>
            <a:lvl8pPr algn="l">
              <a:defRPr sz="1350" b="1">
                <a:solidFill>
                  <a:srgbClr val="A8B7CC"/>
                </a:solidFill>
              </a:defRPr>
            </a:lvl8pPr>
            <a:lvl9pPr algn="l">
              <a:defRPr sz="1350" b="1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B7CC"/>
                </a:solidFill>
              </a:defRPr>
            </a:pPr>
            <a:r>
              <a:rPr sz="1350" b="1">
                <a:solidFill>
                  <a:srgbClr val="A8B7CC"/>
                </a:solidFill>
              </a:rPr>
              <a:t>Rejected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9C35E-48CB-458C-BB56-F46EC2AD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766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7185"/>
                </a:solidFill>
              </a:defRPr>
            </a:defPPr>
            <a:lvl1pPr algn="l">
              <a:defRPr sz="1575" b="1">
                <a:solidFill>
                  <a:srgbClr val="FF7185"/>
                </a:solidFill>
              </a:defRPr>
            </a:lvl1pPr>
            <a:lvl2pPr algn="l">
              <a:defRPr sz="1575" b="1">
                <a:solidFill>
                  <a:srgbClr val="FF7185"/>
                </a:solidFill>
              </a:defRPr>
            </a:lvl2pPr>
            <a:lvl3pPr algn="l">
              <a:defRPr sz="1575" b="1">
                <a:solidFill>
                  <a:srgbClr val="FF7185"/>
                </a:solidFill>
              </a:defRPr>
            </a:lvl3pPr>
            <a:lvl4pPr algn="l">
              <a:defRPr sz="1575" b="1">
                <a:solidFill>
                  <a:srgbClr val="FF7185"/>
                </a:solidFill>
              </a:defRPr>
            </a:lvl4pPr>
            <a:lvl5pPr algn="l">
              <a:defRPr sz="1575" b="1">
                <a:solidFill>
                  <a:srgbClr val="FF7185"/>
                </a:solidFill>
              </a:defRPr>
            </a:lvl5pPr>
            <a:lvl6pPr algn="l">
              <a:defRPr sz="1575" b="1">
                <a:solidFill>
                  <a:srgbClr val="FF7185"/>
                </a:solidFill>
              </a:defRPr>
            </a:lvl6pPr>
            <a:lvl7pPr algn="l">
              <a:defRPr sz="1575" b="1">
                <a:solidFill>
                  <a:srgbClr val="FF7185"/>
                </a:solidFill>
              </a:defRPr>
            </a:lvl7pPr>
            <a:lvl8pPr algn="l">
              <a:defRPr sz="1575" b="1">
                <a:solidFill>
                  <a:srgbClr val="FF7185"/>
                </a:solidFill>
              </a:defRPr>
            </a:lvl8pPr>
            <a:lvl9pPr algn="l">
              <a:defRPr sz="1575" b="1">
                <a:solidFill>
                  <a:srgbClr val="FF7185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7185"/>
                </a:solidFill>
              </a:defRPr>
            </a:pPr>
            <a:r>
              <a:rPr sz="1575" b="1">
                <a:solidFill>
                  <a:srgbClr val="FF7185"/>
                </a:solidFill>
              </a:rPr>
              <a:t>FLASH_LOAN_DEX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974E2-5B2D-488C-946F-DB0D3EE3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434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A8B7CC"/>
                </a:solidFill>
              </a:defRPr>
            </a:defPPr>
            <a:lvl1pPr algn="l">
              <a:defRPr sz="1350" b="1">
                <a:solidFill>
                  <a:srgbClr val="A8B7CC"/>
                </a:solidFill>
              </a:defRPr>
            </a:lvl1pPr>
            <a:lvl2pPr algn="l">
              <a:defRPr sz="1350" b="1">
                <a:solidFill>
                  <a:srgbClr val="A8B7CC"/>
                </a:solidFill>
              </a:defRPr>
            </a:lvl2pPr>
            <a:lvl3pPr algn="l">
              <a:defRPr sz="1350" b="1">
                <a:solidFill>
                  <a:srgbClr val="A8B7CC"/>
                </a:solidFill>
              </a:defRPr>
            </a:lvl3pPr>
            <a:lvl4pPr algn="l">
              <a:defRPr sz="1350" b="1">
                <a:solidFill>
                  <a:srgbClr val="A8B7CC"/>
                </a:solidFill>
              </a:defRPr>
            </a:lvl4pPr>
            <a:lvl5pPr algn="l">
              <a:defRPr sz="1350" b="1">
                <a:solidFill>
                  <a:srgbClr val="A8B7CC"/>
                </a:solidFill>
              </a:defRPr>
            </a:lvl5pPr>
            <a:lvl6pPr algn="l">
              <a:defRPr sz="1350" b="1">
                <a:solidFill>
                  <a:srgbClr val="A8B7CC"/>
                </a:solidFill>
              </a:defRPr>
            </a:lvl6pPr>
            <a:lvl7pPr algn="l">
              <a:defRPr sz="1350" b="1">
                <a:solidFill>
                  <a:srgbClr val="A8B7CC"/>
                </a:solidFill>
              </a:defRPr>
            </a:lvl7pPr>
            <a:lvl8pPr algn="l">
              <a:defRPr sz="1350" b="1">
                <a:solidFill>
                  <a:srgbClr val="A8B7CC"/>
                </a:solidFill>
              </a:defRPr>
            </a:lvl8pPr>
            <a:lvl9pPr algn="l">
              <a:defRPr sz="1350" b="1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B7CC"/>
                </a:solidFill>
              </a:defRPr>
            </a:pPr>
            <a:r>
              <a:rPr sz="1350" b="1">
                <a:solidFill>
                  <a:srgbClr val="A8B7CC"/>
                </a:solidFill>
              </a:rPr>
              <a:t>Reason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31299-76CC-4373-AFC0-FAA56220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863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F4F8FF"/>
                </a:solidFill>
              </a:defRPr>
            </a:defPPr>
            <a:lvl1pPr algn="l">
              <a:defRPr sz="1425" b="0">
                <a:solidFill>
                  <a:srgbClr val="F4F8FF"/>
                </a:solidFill>
              </a:defRPr>
            </a:lvl1pPr>
            <a:lvl2pPr algn="l">
              <a:defRPr sz="1425" b="0">
                <a:solidFill>
                  <a:srgbClr val="F4F8FF"/>
                </a:solidFill>
              </a:defRPr>
            </a:lvl2pPr>
            <a:lvl3pPr algn="l">
              <a:defRPr sz="1425" b="0">
                <a:solidFill>
                  <a:srgbClr val="F4F8FF"/>
                </a:solidFill>
              </a:defRPr>
            </a:lvl3pPr>
            <a:lvl4pPr algn="l">
              <a:defRPr sz="1425" b="0">
                <a:solidFill>
                  <a:srgbClr val="F4F8FF"/>
                </a:solidFill>
              </a:defRPr>
            </a:lvl4pPr>
            <a:lvl5pPr algn="l">
              <a:defRPr sz="1425" b="0">
                <a:solidFill>
                  <a:srgbClr val="F4F8FF"/>
                </a:solidFill>
              </a:defRPr>
            </a:lvl5pPr>
            <a:lvl6pPr algn="l">
              <a:defRPr sz="1425" b="0">
                <a:solidFill>
                  <a:srgbClr val="F4F8FF"/>
                </a:solidFill>
              </a:defRPr>
            </a:lvl6pPr>
            <a:lvl7pPr algn="l">
              <a:defRPr sz="1425" b="0">
                <a:solidFill>
                  <a:srgbClr val="F4F8FF"/>
                </a:solidFill>
              </a:defRPr>
            </a:lvl7pPr>
            <a:lvl8pPr algn="l">
              <a:defRPr sz="1425" b="0">
                <a:solidFill>
                  <a:srgbClr val="F4F8FF"/>
                </a:solidFill>
              </a:defRPr>
            </a:lvl8pPr>
            <a:lvl9pPr algn="l">
              <a:defRPr sz="1425" b="0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F8FF"/>
                </a:solidFill>
              </a:defRPr>
            </a:pPr>
            <a:r>
              <a:rPr sz="1425" b="0">
                <a:solidFill>
                  <a:srgbClr val="F4F8FF"/>
                </a:solidFill>
              </a:rPr>
              <a:t>Deviation exceeds the configured MAD ceiling</a:t>
            </a:r>
          </a:p>
        </p:txBody>
      </p:sp>
    </p:spTree>
    <p:extLst>
      <p:ext uri="{BB962C8B-B14F-4D97-AF65-F5344CB8AC3E}">
        <p14:creationId xmlns:p14="http://schemas.microsoft.com/office/powerpoint/2010/main" val="311181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A19131-D16B-49E7-964F-FA648785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5C7FF"/>
                </a:solidFill>
              </a:defRPr>
            </a:defPPr>
            <a:lvl1pPr algn="l">
              <a:defRPr sz="1050" b="1">
                <a:solidFill>
                  <a:srgbClr val="55C7FF"/>
                </a:solidFill>
              </a:defRPr>
            </a:lvl1pPr>
            <a:lvl2pPr algn="l">
              <a:defRPr sz="1050" b="1">
                <a:solidFill>
                  <a:srgbClr val="55C7FF"/>
                </a:solidFill>
              </a:defRPr>
            </a:lvl2pPr>
            <a:lvl3pPr algn="l">
              <a:defRPr sz="1050" b="1">
                <a:solidFill>
                  <a:srgbClr val="55C7FF"/>
                </a:solidFill>
              </a:defRPr>
            </a:lvl3pPr>
            <a:lvl4pPr algn="l">
              <a:defRPr sz="1050" b="1">
                <a:solidFill>
                  <a:srgbClr val="55C7FF"/>
                </a:solidFill>
              </a:defRPr>
            </a:lvl4pPr>
            <a:lvl5pPr algn="l">
              <a:defRPr sz="1050" b="1">
                <a:solidFill>
                  <a:srgbClr val="55C7FF"/>
                </a:solidFill>
              </a:defRPr>
            </a:lvl5pPr>
            <a:lvl6pPr algn="l">
              <a:defRPr sz="1050" b="1">
                <a:solidFill>
                  <a:srgbClr val="55C7FF"/>
                </a:solidFill>
              </a:defRPr>
            </a:lvl6pPr>
            <a:lvl7pPr algn="l">
              <a:defRPr sz="1050" b="1">
                <a:solidFill>
                  <a:srgbClr val="55C7FF"/>
                </a:solidFill>
              </a:defRPr>
            </a:lvl7pPr>
            <a:lvl8pPr algn="l">
              <a:defRPr sz="1050" b="1">
                <a:solidFill>
                  <a:srgbClr val="55C7FF"/>
                </a:solidFill>
              </a:defRPr>
            </a:lvl8pPr>
            <a:lvl9pPr algn="l">
              <a:defRPr sz="105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5C7FF"/>
                </a:solidFill>
              </a:defRPr>
            </a:pPr>
            <a:r>
              <a:rPr sz="1050" b="1">
                <a:solidFill>
                  <a:srgbClr val="55C7FF"/>
                </a:solidFill>
              </a:rPr>
              <a:t>OPEN AGENT HACKATHON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C1EAE-A87C-454B-96F2-A877F233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8FF"/>
                </a:solidFill>
              </a:defRPr>
            </a:defPPr>
            <a:lvl1pPr algn="l">
              <a:defRPr sz="2550" b="1">
                <a:solidFill>
                  <a:srgbClr val="F4F8FF"/>
                </a:solidFill>
              </a:defRPr>
            </a:lvl1pPr>
            <a:lvl2pPr algn="l">
              <a:defRPr sz="2550" b="1">
                <a:solidFill>
                  <a:srgbClr val="F4F8FF"/>
                </a:solidFill>
              </a:defRPr>
            </a:lvl2pPr>
            <a:lvl3pPr algn="l">
              <a:defRPr sz="2550" b="1">
                <a:solidFill>
                  <a:srgbClr val="F4F8FF"/>
                </a:solidFill>
              </a:defRPr>
            </a:lvl3pPr>
            <a:lvl4pPr algn="l">
              <a:defRPr sz="2550" b="1">
                <a:solidFill>
                  <a:srgbClr val="F4F8FF"/>
                </a:solidFill>
              </a:defRPr>
            </a:lvl4pPr>
            <a:lvl5pPr algn="l">
              <a:defRPr sz="2550" b="1">
                <a:solidFill>
                  <a:srgbClr val="F4F8FF"/>
                </a:solidFill>
              </a:defRPr>
            </a:lvl5pPr>
            <a:lvl6pPr algn="l">
              <a:defRPr sz="2550" b="1">
                <a:solidFill>
                  <a:srgbClr val="F4F8FF"/>
                </a:solidFill>
              </a:defRPr>
            </a:lvl6pPr>
            <a:lvl7pPr algn="l">
              <a:defRPr sz="2550" b="1">
                <a:solidFill>
                  <a:srgbClr val="F4F8FF"/>
                </a:solidFill>
              </a:defRPr>
            </a:lvl7pPr>
            <a:lvl8pPr algn="l">
              <a:defRPr sz="2550" b="1">
                <a:solidFill>
                  <a:srgbClr val="F4F8FF"/>
                </a:solidFill>
              </a:defRPr>
            </a:lvl8pPr>
            <a:lvl9pPr algn="l">
              <a:defRPr sz="2550" b="1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8FF"/>
                </a:solidFill>
              </a:defRPr>
            </a:pPr>
            <a:r>
              <a:rPr sz="2550" b="1">
                <a:solidFill>
                  <a:srgbClr val="F4F8FF"/>
                </a:solidFill>
              </a:rPr>
              <a:t>A one-byte mutation stops the payment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515BB-B0E7-4C6C-ACDD-6C3EC2BB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29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8B7CC"/>
                </a:solidFill>
              </a:defRPr>
            </a:defPPr>
            <a:lvl1pPr algn="r">
              <a:defRPr sz="1050" b="1">
                <a:solidFill>
                  <a:srgbClr val="A8B7CC"/>
                </a:solidFill>
              </a:defRPr>
            </a:lvl1pPr>
            <a:lvl2pPr algn="r">
              <a:defRPr sz="1050" b="1">
                <a:solidFill>
                  <a:srgbClr val="A8B7CC"/>
                </a:solidFill>
              </a:defRPr>
            </a:lvl2pPr>
            <a:lvl3pPr algn="r">
              <a:defRPr sz="1050" b="1">
                <a:solidFill>
                  <a:srgbClr val="A8B7CC"/>
                </a:solidFill>
              </a:defRPr>
            </a:lvl3pPr>
            <a:lvl4pPr algn="r">
              <a:defRPr sz="1050" b="1">
                <a:solidFill>
                  <a:srgbClr val="A8B7CC"/>
                </a:solidFill>
              </a:defRPr>
            </a:lvl4pPr>
            <a:lvl5pPr algn="r">
              <a:defRPr sz="1050" b="1">
                <a:solidFill>
                  <a:srgbClr val="A8B7CC"/>
                </a:solidFill>
              </a:defRPr>
            </a:lvl5pPr>
            <a:lvl6pPr algn="r">
              <a:defRPr sz="1050" b="1">
                <a:solidFill>
                  <a:srgbClr val="A8B7CC"/>
                </a:solidFill>
              </a:defRPr>
            </a:lvl6pPr>
            <a:lvl7pPr algn="r">
              <a:defRPr sz="1050" b="1">
                <a:solidFill>
                  <a:srgbClr val="A8B7CC"/>
                </a:solidFill>
              </a:defRPr>
            </a:lvl7pPr>
            <a:lvl8pPr algn="r">
              <a:defRPr sz="1050" b="1">
                <a:solidFill>
                  <a:srgbClr val="A8B7CC"/>
                </a:solidFill>
              </a:defRPr>
            </a:lvl8pPr>
            <a:lvl9pPr algn="r">
              <a:defRPr sz="1050" b="1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A8B7CC"/>
                </a:solidFill>
              </a:defRPr>
            </a:pPr>
            <a:r>
              <a:rPr sz="1050" b="1">
                <a:solidFill>
                  <a:srgbClr val="A8B7CC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43C1B-5B6E-49A4-95E1-17200512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F1D33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8AC27-0F00-4E11-B8D8-9708B6E0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55C7FF"/>
                </a:solidFill>
              </a:defRPr>
            </a:defPPr>
            <a:lvl1pPr algn="l">
              <a:defRPr sz="1350" b="1">
                <a:solidFill>
                  <a:srgbClr val="55C7FF"/>
                </a:solidFill>
              </a:defRPr>
            </a:lvl1pPr>
            <a:lvl2pPr algn="l">
              <a:defRPr sz="1350" b="1">
                <a:solidFill>
                  <a:srgbClr val="55C7FF"/>
                </a:solidFill>
              </a:defRPr>
            </a:lvl2pPr>
            <a:lvl3pPr algn="l">
              <a:defRPr sz="1350" b="1">
                <a:solidFill>
                  <a:srgbClr val="55C7FF"/>
                </a:solidFill>
              </a:defRPr>
            </a:lvl3pPr>
            <a:lvl4pPr algn="l">
              <a:defRPr sz="1350" b="1">
                <a:solidFill>
                  <a:srgbClr val="55C7FF"/>
                </a:solidFill>
              </a:defRPr>
            </a:lvl4pPr>
            <a:lvl5pPr algn="l">
              <a:defRPr sz="1350" b="1">
                <a:solidFill>
                  <a:srgbClr val="55C7FF"/>
                </a:solidFill>
              </a:defRPr>
            </a:lvl5pPr>
            <a:lvl6pPr algn="l">
              <a:defRPr sz="1350" b="1">
                <a:solidFill>
                  <a:srgbClr val="55C7FF"/>
                </a:solidFill>
              </a:defRPr>
            </a:lvl6pPr>
            <a:lvl7pPr algn="l">
              <a:defRPr sz="1350" b="1">
                <a:solidFill>
                  <a:srgbClr val="55C7FF"/>
                </a:solidFill>
              </a:defRPr>
            </a:lvl7pPr>
            <a:lvl8pPr algn="l">
              <a:defRPr sz="1350" b="1">
                <a:solidFill>
                  <a:srgbClr val="55C7FF"/>
                </a:solidFill>
              </a:defRPr>
            </a:lvl8pPr>
            <a:lvl9pPr algn="l">
              <a:defRPr sz="135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55C7FF"/>
                </a:solidFill>
              </a:defRPr>
            </a:pPr>
            <a:r>
              <a:rPr sz="1350" b="1">
                <a:solidFill>
                  <a:srgbClr val="55C7FF"/>
                </a:solidFill>
              </a:rPr>
              <a:t>SIGNED EVENT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0E426-3684-443A-8671-3F70B13D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95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7185"/>
                </a:solidFill>
              </a:defRPr>
            </a:defPPr>
            <a:lvl1pPr algn="ctr">
              <a:defRPr sz="1350" b="1">
                <a:solidFill>
                  <a:srgbClr val="FF7185"/>
                </a:solidFill>
              </a:defRPr>
            </a:lvl1pPr>
            <a:lvl2pPr algn="ctr">
              <a:defRPr sz="1350" b="1">
                <a:solidFill>
                  <a:srgbClr val="FF7185"/>
                </a:solidFill>
              </a:defRPr>
            </a:lvl2pPr>
            <a:lvl3pPr algn="ctr">
              <a:defRPr sz="1350" b="1">
                <a:solidFill>
                  <a:srgbClr val="FF7185"/>
                </a:solidFill>
              </a:defRPr>
            </a:lvl3pPr>
            <a:lvl4pPr algn="ctr">
              <a:defRPr sz="1350" b="1">
                <a:solidFill>
                  <a:srgbClr val="FF7185"/>
                </a:solidFill>
              </a:defRPr>
            </a:lvl4pPr>
            <a:lvl5pPr algn="ctr">
              <a:defRPr sz="1350" b="1">
                <a:solidFill>
                  <a:srgbClr val="FF7185"/>
                </a:solidFill>
              </a:defRPr>
            </a:lvl5pPr>
            <a:lvl6pPr algn="ctr">
              <a:defRPr sz="1350" b="1">
                <a:solidFill>
                  <a:srgbClr val="FF7185"/>
                </a:solidFill>
              </a:defRPr>
            </a:lvl6pPr>
            <a:lvl7pPr algn="ctr">
              <a:defRPr sz="1350" b="1">
                <a:solidFill>
                  <a:srgbClr val="FF7185"/>
                </a:solidFill>
              </a:defRPr>
            </a:lvl7pPr>
            <a:lvl8pPr algn="ctr">
              <a:defRPr sz="1350" b="1">
                <a:solidFill>
                  <a:srgbClr val="FF7185"/>
                </a:solidFill>
              </a:defRPr>
            </a:lvl8pPr>
            <a:lvl9pPr algn="ctr">
              <a:defRPr sz="1350" b="1">
                <a:solidFill>
                  <a:srgbClr val="FF7185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7185"/>
                </a:solidFill>
              </a:defRPr>
            </a:pPr>
            <a:r>
              <a:rPr sz="1350" b="1">
                <a:solidFill>
                  <a:srgbClr val="FF7185"/>
                </a:solidFill>
              </a:rPr>
              <a:t>relay changes 1 byte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72665-3D08-4F58-AF41-6A42C208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350" b="1">
                <a:solidFill>
                  <a:srgbClr val="FF7185"/>
                </a:solidFill>
              </a:defRPr>
            </a:defPPr>
            <a:lvl1pPr algn="r">
              <a:defRPr sz="1350" b="1">
                <a:solidFill>
                  <a:srgbClr val="FF7185"/>
                </a:solidFill>
              </a:defRPr>
            </a:lvl1pPr>
            <a:lvl2pPr algn="r">
              <a:defRPr sz="1350" b="1">
                <a:solidFill>
                  <a:srgbClr val="FF7185"/>
                </a:solidFill>
              </a:defRPr>
            </a:lvl2pPr>
            <a:lvl3pPr algn="r">
              <a:defRPr sz="1350" b="1">
                <a:solidFill>
                  <a:srgbClr val="FF7185"/>
                </a:solidFill>
              </a:defRPr>
            </a:lvl3pPr>
            <a:lvl4pPr algn="r">
              <a:defRPr sz="1350" b="1">
                <a:solidFill>
                  <a:srgbClr val="FF7185"/>
                </a:solidFill>
              </a:defRPr>
            </a:lvl4pPr>
            <a:lvl5pPr algn="r">
              <a:defRPr sz="1350" b="1">
                <a:solidFill>
                  <a:srgbClr val="FF7185"/>
                </a:solidFill>
              </a:defRPr>
            </a:lvl5pPr>
            <a:lvl6pPr algn="r">
              <a:defRPr sz="1350" b="1">
                <a:solidFill>
                  <a:srgbClr val="FF7185"/>
                </a:solidFill>
              </a:defRPr>
            </a:lvl6pPr>
            <a:lvl7pPr algn="r">
              <a:defRPr sz="1350" b="1">
                <a:solidFill>
                  <a:srgbClr val="FF7185"/>
                </a:solidFill>
              </a:defRPr>
            </a:lvl7pPr>
            <a:lvl8pPr algn="r">
              <a:defRPr sz="1350" b="1">
                <a:solidFill>
                  <a:srgbClr val="FF7185"/>
                </a:solidFill>
              </a:defRPr>
            </a:lvl8pPr>
            <a:lvl9pPr algn="r">
              <a:defRPr sz="1350" b="1">
                <a:solidFill>
                  <a:srgbClr val="FF7185"/>
                </a:solidFill>
              </a:defRPr>
            </a:lvl9pPr>
          </a:lstStyle>
          <a:p xmlns:a="http://schemas.openxmlformats.org/drawingml/2006/main">
            <a:pPr algn="r">
              <a:defRPr sz="1350" b="1">
                <a:solidFill>
                  <a:srgbClr val="FF7185"/>
                </a:solidFill>
              </a:defRPr>
            </a:pPr>
            <a:r>
              <a:rPr sz="1350" b="1">
                <a:solidFill>
                  <a:srgbClr val="FF7185"/>
                </a:solidFill>
              </a:rPr>
              <a:t>ERR_ACTOR_SIGNATURE_MISMATCH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FE7E4-FC1E-4A1A-9A76-AEE30B78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A8B7CC"/>
                </a:solidFill>
              </a:defRPr>
            </a:defPPr>
            <a:lvl1pPr algn="l">
              <a:defRPr sz="1425" b="0">
                <a:solidFill>
                  <a:srgbClr val="A8B7CC"/>
                </a:solidFill>
              </a:defRPr>
            </a:lvl1pPr>
            <a:lvl2pPr algn="l">
              <a:defRPr sz="1425" b="0">
                <a:solidFill>
                  <a:srgbClr val="A8B7CC"/>
                </a:solidFill>
              </a:defRPr>
            </a:lvl2pPr>
            <a:lvl3pPr algn="l">
              <a:defRPr sz="1425" b="0">
                <a:solidFill>
                  <a:srgbClr val="A8B7CC"/>
                </a:solidFill>
              </a:defRPr>
            </a:lvl3pPr>
            <a:lvl4pPr algn="l">
              <a:defRPr sz="1425" b="0">
                <a:solidFill>
                  <a:srgbClr val="A8B7CC"/>
                </a:solidFill>
              </a:defRPr>
            </a:lvl4pPr>
            <a:lvl5pPr algn="l">
              <a:defRPr sz="1425" b="0">
                <a:solidFill>
                  <a:srgbClr val="A8B7CC"/>
                </a:solidFill>
              </a:defRPr>
            </a:lvl5pPr>
            <a:lvl6pPr algn="l">
              <a:defRPr sz="1425" b="0">
                <a:solidFill>
                  <a:srgbClr val="A8B7CC"/>
                </a:solidFill>
              </a:defRPr>
            </a:lvl6pPr>
            <a:lvl7pPr algn="l">
              <a:defRPr sz="1425" b="0">
                <a:solidFill>
                  <a:srgbClr val="A8B7CC"/>
                </a:solidFill>
              </a:defRPr>
            </a:lvl7pPr>
            <a:lvl8pPr algn="l">
              <a:defRPr sz="1425" b="0">
                <a:solidFill>
                  <a:srgbClr val="A8B7CC"/>
                </a:solidFill>
              </a:defRPr>
            </a:lvl8pPr>
            <a:lvl9pPr algn="l">
              <a:defRPr sz="1425" b="0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7CC"/>
                </a:solidFill>
              </a:defRPr>
            </a:pPr>
            <a:r>
              <a:rPr sz="1425" b="0">
                <a:solidFill>
                  <a:srgbClr val="A8B7CC"/>
                </a:solidFill>
              </a:rPr>
              <a:t>The canister recomputes the event hash. Signature recovery no longer matches the registered actor.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DFD66-7C57-4ACE-B52E-7BA230B4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5527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132641"/>
          </a:solidFill>
          <a:ln xmlns:a="http://schemas.openxmlformats.org/drawingml/2006/main" w="9525">
            <a:solidFill>
              <a:srgbClr val="FF718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8BBD0-106F-4742-95AD-C70093E8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A8B7CC"/>
                </a:solidFill>
              </a:defRPr>
            </a:defPPr>
            <a:lvl1pPr algn="ctr">
              <a:defRPr sz="1200" b="1">
                <a:solidFill>
                  <a:srgbClr val="A8B7CC"/>
                </a:solidFill>
              </a:defRPr>
            </a:lvl1pPr>
            <a:lvl2pPr algn="ctr">
              <a:defRPr sz="1200" b="1">
                <a:solidFill>
                  <a:srgbClr val="A8B7CC"/>
                </a:solidFill>
              </a:defRPr>
            </a:lvl2pPr>
            <a:lvl3pPr algn="ctr">
              <a:defRPr sz="1200" b="1">
                <a:solidFill>
                  <a:srgbClr val="A8B7CC"/>
                </a:solidFill>
              </a:defRPr>
            </a:lvl3pPr>
            <a:lvl4pPr algn="ctr">
              <a:defRPr sz="1200" b="1">
                <a:solidFill>
                  <a:srgbClr val="A8B7CC"/>
                </a:solidFill>
              </a:defRPr>
            </a:lvl4pPr>
            <a:lvl5pPr algn="ctr">
              <a:defRPr sz="1200" b="1">
                <a:solidFill>
                  <a:srgbClr val="A8B7CC"/>
                </a:solidFill>
              </a:defRPr>
            </a:lvl5pPr>
            <a:lvl6pPr algn="ctr">
              <a:defRPr sz="1200" b="1">
                <a:solidFill>
                  <a:srgbClr val="A8B7CC"/>
                </a:solidFill>
              </a:defRPr>
            </a:lvl6pPr>
            <a:lvl7pPr algn="ctr">
              <a:defRPr sz="1200" b="1">
                <a:solidFill>
                  <a:srgbClr val="A8B7CC"/>
                </a:solidFill>
              </a:defRPr>
            </a:lvl7pPr>
            <a:lvl8pPr algn="ctr">
              <a:defRPr sz="1200" b="1">
                <a:solidFill>
                  <a:srgbClr val="A8B7CC"/>
                </a:solidFill>
              </a:defRPr>
            </a:lvl8pPr>
            <a:lvl9pPr algn="ctr">
              <a:defRPr sz="1200" b="1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A8B7CC"/>
                </a:solidFill>
              </a:defRPr>
            </a:pPr>
            <a:r>
              <a:rPr sz="1200" b="1">
                <a:solidFill>
                  <a:srgbClr val="A8B7CC"/>
                </a:solidFill>
              </a:rPr>
              <a:t>LADDER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42141-B6A2-4578-979E-5B4BCDF0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7185"/>
                </a:solidFill>
              </a:defRPr>
            </a:defPPr>
            <a:lvl1pPr algn="ctr">
              <a:defRPr sz="1800" b="1">
                <a:solidFill>
                  <a:srgbClr val="FF7185"/>
                </a:solidFill>
              </a:defRPr>
            </a:lvl1pPr>
            <a:lvl2pPr algn="ctr">
              <a:defRPr sz="1800" b="1">
                <a:solidFill>
                  <a:srgbClr val="FF7185"/>
                </a:solidFill>
              </a:defRPr>
            </a:lvl2pPr>
            <a:lvl3pPr algn="ctr">
              <a:defRPr sz="1800" b="1">
                <a:solidFill>
                  <a:srgbClr val="FF7185"/>
                </a:solidFill>
              </a:defRPr>
            </a:lvl3pPr>
            <a:lvl4pPr algn="ctr">
              <a:defRPr sz="1800" b="1">
                <a:solidFill>
                  <a:srgbClr val="FF7185"/>
                </a:solidFill>
              </a:defRPr>
            </a:lvl4pPr>
            <a:lvl5pPr algn="ctr">
              <a:defRPr sz="1800" b="1">
                <a:solidFill>
                  <a:srgbClr val="FF7185"/>
                </a:solidFill>
              </a:defRPr>
            </a:lvl5pPr>
            <a:lvl6pPr algn="ctr">
              <a:defRPr sz="1800" b="1">
                <a:solidFill>
                  <a:srgbClr val="FF7185"/>
                </a:solidFill>
              </a:defRPr>
            </a:lvl6pPr>
            <a:lvl7pPr algn="ctr">
              <a:defRPr sz="1800" b="1">
                <a:solidFill>
                  <a:srgbClr val="FF7185"/>
                </a:solidFill>
              </a:defRPr>
            </a:lvl7pPr>
            <a:lvl8pPr algn="ctr">
              <a:defRPr sz="1800" b="1">
                <a:solidFill>
                  <a:srgbClr val="FF7185"/>
                </a:solidFill>
              </a:defRPr>
            </a:lvl8pPr>
            <a:lvl9pPr algn="ctr">
              <a:defRPr sz="1800" b="1">
                <a:solidFill>
                  <a:srgbClr val="FF7185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7185"/>
                </a:solidFill>
              </a:defRPr>
            </a:pPr>
            <a:r>
              <a:rPr sz="1800" b="1">
                <a:solidFill>
                  <a:srgbClr val="FF7185"/>
                </a:solidFill>
              </a:rPr>
              <a:t>halts at ORDERED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238FD-1473-47D4-9B42-DFB9D6EE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5527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132641"/>
          </a:solidFill>
          <a:ln xmlns:a="http://schemas.openxmlformats.org/drawingml/2006/main" w="9525">
            <a:solidFill>
              <a:srgbClr val="FFCC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0CCD4-486B-456A-B56B-08EB9DA4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813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A8B7CC"/>
                </a:solidFill>
              </a:defRPr>
            </a:defPPr>
            <a:lvl1pPr algn="ctr">
              <a:defRPr sz="1200" b="1">
                <a:solidFill>
                  <a:srgbClr val="A8B7CC"/>
                </a:solidFill>
              </a:defRPr>
            </a:lvl1pPr>
            <a:lvl2pPr algn="ctr">
              <a:defRPr sz="1200" b="1">
                <a:solidFill>
                  <a:srgbClr val="A8B7CC"/>
                </a:solidFill>
              </a:defRPr>
            </a:lvl2pPr>
            <a:lvl3pPr algn="ctr">
              <a:defRPr sz="1200" b="1">
                <a:solidFill>
                  <a:srgbClr val="A8B7CC"/>
                </a:solidFill>
              </a:defRPr>
            </a:lvl3pPr>
            <a:lvl4pPr algn="ctr">
              <a:defRPr sz="1200" b="1">
                <a:solidFill>
                  <a:srgbClr val="A8B7CC"/>
                </a:solidFill>
              </a:defRPr>
            </a:lvl4pPr>
            <a:lvl5pPr algn="ctr">
              <a:defRPr sz="1200" b="1">
                <a:solidFill>
                  <a:srgbClr val="A8B7CC"/>
                </a:solidFill>
              </a:defRPr>
            </a:lvl5pPr>
            <a:lvl6pPr algn="ctr">
              <a:defRPr sz="1200" b="1">
                <a:solidFill>
                  <a:srgbClr val="A8B7CC"/>
                </a:solidFill>
              </a:defRPr>
            </a:lvl6pPr>
            <a:lvl7pPr algn="ctr">
              <a:defRPr sz="1200" b="1">
                <a:solidFill>
                  <a:srgbClr val="A8B7CC"/>
                </a:solidFill>
              </a:defRPr>
            </a:lvl7pPr>
            <a:lvl8pPr algn="ctr">
              <a:defRPr sz="1200" b="1">
                <a:solidFill>
                  <a:srgbClr val="A8B7CC"/>
                </a:solidFill>
              </a:defRPr>
            </a:lvl8pPr>
            <a:lvl9pPr algn="ctr">
              <a:defRPr sz="1200" b="1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A8B7CC"/>
                </a:solidFill>
              </a:defRPr>
            </a:pPr>
            <a:r>
              <a:rPr sz="1200" b="1">
                <a:solidFill>
                  <a:srgbClr val="A8B7CC"/>
                </a:solidFill>
              </a:rPr>
              <a:t>PC5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1FB689-5C93-435F-8AFB-B063B2B8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CC66"/>
                </a:solidFill>
              </a:defRPr>
            </a:defPPr>
            <a:lvl1pPr algn="ctr">
              <a:defRPr sz="1800" b="1">
                <a:solidFill>
                  <a:srgbClr val="FFCC66"/>
                </a:solidFill>
              </a:defRPr>
            </a:lvl1pPr>
            <a:lvl2pPr algn="ctr">
              <a:defRPr sz="1800" b="1">
                <a:solidFill>
                  <a:srgbClr val="FFCC66"/>
                </a:solidFill>
              </a:defRPr>
            </a:lvl2pPr>
            <a:lvl3pPr algn="ctr">
              <a:defRPr sz="1800" b="1">
                <a:solidFill>
                  <a:srgbClr val="FFCC66"/>
                </a:solidFill>
              </a:defRPr>
            </a:lvl3pPr>
            <a:lvl4pPr algn="ctr">
              <a:defRPr sz="1800" b="1">
                <a:solidFill>
                  <a:srgbClr val="FFCC66"/>
                </a:solidFill>
              </a:defRPr>
            </a:lvl4pPr>
            <a:lvl5pPr algn="ctr">
              <a:defRPr sz="1800" b="1">
                <a:solidFill>
                  <a:srgbClr val="FFCC66"/>
                </a:solidFill>
              </a:defRPr>
            </a:lvl5pPr>
            <a:lvl6pPr algn="ctr">
              <a:defRPr sz="1800" b="1">
                <a:solidFill>
                  <a:srgbClr val="FFCC66"/>
                </a:solidFill>
              </a:defRPr>
            </a:lvl6pPr>
            <a:lvl7pPr algn="ctr">
              <a:defRPr sz="1800" b="1">
                <a:solidFill>
                  <a:srgbClr val="FFCC66"/>
                </a:solidFill>
              </a:defRPr>
            </a:lvl7pPr>
            <a:lvl8pPr algn="ctr">
              <a:defRPr sz="1800" b="1">
                <a:solidFill>
                  <a:srgbClr val="FFCC66"/>
                </a:solidFill>
              </a:defRPr>
            </a:lvl8pPr>
            <a:lvl9pPr algn="ctr">
              <a:defRPr sz="1800" b="1">
                <a:solidFill>
                  <a:srgbClr val="FFCC66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CC66"/>
                </a:solidFill>
              </a:defRPr>
            </a:pPr>
            <a:r>
              <a:rPr sz="1800" b="1">
                <a:solidFill>
                  <a:srgbClr val="FFCC66"/>
                </a:solidFill>
              </a:rPr>
              <a:t>remains locked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C2089-EDF8-41DE-A2D2-AA8BD19E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52750"/>
            <a:ext cx="25527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132641"/>
          </a:solidFill>
          <a:ln xmlns:a="http://schemas.openxmlformats.org/drawingml/2006/main" w="9525">
            <a:solidFill>
              <a:srgbClr val="70E6B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7FB9E-B1B7-4D7C-B3F1-C21FDF1E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813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A8B7CC"/>
                </a:solidFill>
              </a:defRPr>
            </a:defPPr>
            <a:lvl1pPr algn="ctr">
              <a:defRPr sz="1200" b="1">
                <a:solidFill>
                  <a:srgbClr val="A8B7CC"/>
                </a:solidFill>
              </a:defRPr>
            </a:lvl1pPr>
            <a:lvl2pPr algn="ctr">
              <a:defRPr sz="1200" b="1">
                <a:solidFill>
                  <a:srgbClr val="A8B7CC"/>
                </a:solidFill>
              </a:defRPr>
            </a:lvl2pPr>
            <a:lvl3pPr algn="ctr">
              <a:defRPr sz="1200" b="1">
                <a:solidFill>
                  <a:srgbClr val="A8B7CC"/>
                </a:solidFill>
              </a:defRPr>
            </a:lvl3pPr>
            <a:lvl4pPr algn="ctr">
              <a:defRPr sz="1200" b="1">
                <a:solidFill>
                  <a:srgbClr val="A8B7CC"/>
                </a:solidFill>
              </a:defRPr>
            </a:lvl4pPr>
            <a:lvl5pPr algn="ctr">
              <a:defRPr sz="1200" b="1">
                <a:solidFill>
                  <a:srgbClr val="A8B7CC"/>
                </a:solidFill>
              </a:defRPr>
            </a:lvl5pPr>
            <a:lvl6pPr algn="ctr">
              <a:defRPr sz="1200" b="1">
                <a:solidFill>
                  <a:srgbClr val="A8B7CC"/>
                </a:solidFill>
              </a:defRPr>
            </a:lvl6pPr>
            <a:lvl7pPr algn="ctr">
              <a:defRPr sz="1200" b="1">
                <a:solidFill>
                  <a:srgbClr val="A8B7CC"/>
                </a:solidFill>
              </a:defRPr>
            </a:lvl7pPr>
            <a:lvl8pPr algn="ctr">
              <a:defRPr sz="1200" b="1">
                <a:solidFill>
                  <a:srgbClr val="A8B7CC"/>
                </a:solidFill>
              </a:defRPr>
            </a:lvl8pPr>
            <a:lvl9pPr algn="ctr">
              <a:defRPr sz="1200" b="1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A8B7CC"/>
                </a:solidFill>
              </a:defRPr>
            </a:pPr>
            <a:r>
              <a:rPr sz="1200" b="1">
                <a:solidFill>
                  <a:srgbClr val="A8B7CC"/>
                </a:solidFill>
              </a:rPr>
              <a:t>NONCE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C87F1-3ACC-452D-96B9-54BC5E1F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14750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70E6B1"/>
                </a:solidFill>
              </a:defRPr>
            </a:defPPr>
            <a:lvl1pPr algn="ctr">
              <a:defRPr sz="1800" b="1">
                <a:solidFill>
                  <a:srgbClr val="70E6B1"/>
                </a:solidFill>
              </a:defRPr>
            </a:lvl1pPr>
            <a:lvl2pPr algn="ctr">
              <a:defRPr sz="1800" b="1">
                <a:solidFill>
                  <a:srgbClr val="70E6B1"/>
                </a:solidFill>
              </a:defRPr>
            </a:lvl2pPr>
            <a:lvl3pPr algn="ctr">
              <a:defRPr sz="1800" b="1">
                <a:solidFill>
                  <a:srgbClr val="70E6B1"/>
                </a:solidFill>
              </a:defRPr>
            </a:lvl3pPr>
            <a:lvl4pPr algn="ctr">
              <a:defRPr sz="1800" b="1">
                <a:solidFill>
                  <a:srgbClr val="70E6B1"/>
                </a:solidFill>
              </a:defRPr>
            </a:lvl4pPr>
            <a:lvl5pPr algn="ctr">
              <a:defRPr sz="1800" b="1">
                <a:solidFill>
                  <a:srgbClr val="70E6B1"/>
                </a:solidFill>
              </a:defRPr>
            </a:lvl5pPr>
            <a:lvl6pPr algn="ctr">
              <a:defRPr sz="1800" b="1">
                <a:solidFill>
                  <a:srgbClr val="70E6B1"/>
                </a:solidFill>
              </a:defRPr>
            </a:lvl6pPr>
            <a:lvl7pPr algn="ctr">
              <a:defRPr sz="1800" b="1">
                <a:solidFill>
                  <a:srgbClr val="70E6B1"/>
                </a:solidFill>
              </a:defRPr>
            </a:lvl7pPr>
            <a:lvl8pPr algn="ctr">
              <a:defRPr sz="1800" b="1">
                <a:solidFill>
                  <a:srgbClr val="70E6B1"/>
                </a:solidFill>
              </a:defRPr>
            </a:lvl8pPr>
            <a:lvl9pPr algn="ctr">
              <a:defRPr sz="1800" b="1">
                <a:solidFill>
                  <a:srgbClr val="70E6B1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70E6B1"/>
                </a:solidFill>
              </a:defRPr>
            </a:pPr>
            <a:r>
              <a:rPr sz="1800" b="1">
                <a:solidFill>
                  <a:srgbClr val="70E6B1"/>
                </a:solidFill>
              </a:rPr>
              <a:t>unchanged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3EB02-1374-45C5-A066-68A509F9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25527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132641"/>
          </a:solidFill>
          <a:ln xmlns:a="http://schemas.openxmlformats.org/drawingml/2006/main" w="9525">
            <a:solidFill>
              <a:srgbClr val="70E6B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4A8E6-ACC1-4478-A510-E637E3FE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813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A8B7CC"/>
                </a:solidFill>
              </a:defRPr>
            </a:defPPr>
            <a:lvl1pPr algn="ctr">
              <a:defRPr sz="1200" b="1">
                <a:solidFill>
                  <a:srgbClr val="A8B7CC"/>
                </a:solidFill>
              </a:defRPr>
            </a:lvl1pPr>
            <a:lvl2pPr algn="ctr">
              <a:defRPr sz="1200" b="1">
                <a:solidFill>
                  <a:srgbClr val="A8B7CC"/>
                </a:solidFill>
              </a:defRPr>
            </a:lvl2pPr>
            <a:lvl3pPr algn="ctr">
              <a:defRPr sz="1200" b="1">
                <a:solidFill>
                  <a:srgbClr val="A8B7CC"/>
                </a:solidFill>
              </a:defRPr>
            </a:lvl3pPr>
            <a:lvl4pPr algn="ctr">
              <a:defRPr sz="1200" b="1">
                <a:solidFill>
                  <a:srgbClr val="A8B7CC"/>
                </a:solidFill>
              </a:defRPr>
            </a:lvl4pPr>
            <a:lvl5pPr algn="ctr">
              <a:defRPr sz="1200" b="1">
                <a:solidFill>
                  <a:srgbClr val="A8B7CC"/>
                </a:solidFill>
              </a:defRPr>
            </a:lvl5pPr>
            <a:lvl6pPr algn="ctr">
              <a:defRPr sz="1200" b="1">
                <a:solidFill>
                  <a:srgbClr val="A8B7CC"/>
                </a:solidFill>
              </a:defRPr>
            </a:lvl6pPr>
            <a:lvl7pPr algn="ctr">
              <a:defRPr sz="1200" b="1">
                <a:solidFill>
                  <a:srgbClr val="A8B7CC"/>
                </a:solidFill>
              </a:defRPr>
            </a:lvl7pPr>
            <a:lvl8pPr algn="ctr">
              <a:defRPr sz="1200" b="1">
                <a:solidFill>
                  <a:srgbClr val="A8B7CC"/>
                </a:solidFill>
              </a:defRPr>
            </a:lvl8pPr>
            <a:lvl9pPr algn="ctr">
              <a:defRPr sz="1200" b="1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A8B7CC"/>
                </a:solidFill>
              </a:defRPr>
            </a:pPr>
            <a:r>
              <a:rPr sz="1200" b="1">
                <a:solidFill>
                  <a:srgbClr val="A8B7CC"/>
                </a:solidFill>
              </a:rPr>
              <a:t>USDC LOSS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C2C0D-6643-462B-AB84-316F21C6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70E6B1"/>
                </a:solidFill>
              </a:defRPr>
            </a:defPPr>
            <a:lvl1pPr algn="ctr">
              <a:defRPr sz="1800" b="1">
                <a:solidFill>
                  <a:srgbClr val="70E6B1"/>
                </a:solidFill>
              </a:defRPr>
            </a:lvl1pPr>
            <a:lvl2pPr algn="ctr">
              <a:defRPr sz="1800" b="1">
                <a:solidFill>
                  <a:srgbClr val="70E6B1"/>
                </a:solidFill>
              </a:defRPr>
            </a:lvl2pPr>
            <a:lvl3pPr algn="ctr">
              <a:defRPr sz="1800" b="1">
                <a:solidFill>
                  <a:srgbClr val="70E6B1"/>
                </a:solidFill>
              </a:defRPr>
            </a:lvl3pPr>
            <a:lvl4pPr algn="ctr">
              <a:defRPr sz="1800" b="1">
                <a:solidFill>
                  <a:srgbClr val="70E6B1"/>
                </a:solidFill>
              </a:defRPr>
            </a:lvl4pPr>
            <a:lvl5pPr algn="ctr">
              <a:defRPr sz="1800" b="1">
                <a:solidFill>
                  <a:srgbClr val="70E6B1"/>
                </a:solidFill>
              </a:defRPr>
            </a:lvl5pPr>
            <a:lvl6pPr algn="ctr">
              <a:defRPr sz="1800" b="1">
                <a:solidFill>
                  <a:srgbClr val="70E6B1"/>
                </a:solidFill>
              </a:defRPr>
            </a:lvl6pPr>
            <a:lvl7pPr algn="ctr">
              <a:defRPr sz="1800" b="1">
                <a:solidFill>
                  <a:srgbClr val="70E6B1"/>
                </a:solidFill>
              </a:defRPr>
            </a:lvl7pPr>
            <a:lvl8pPr algn="ctr">
              <a:defRPr sz="1800" b="1">
                <a:solidFill>
                  <a:srgbClr val="70E6B1"/>
                </a:solidFill>
              </a:defRPr>
            </a:lvl8pPr>
            <a:lvl9pPr algn="ctr">
              <a:defRPr sz="1800" b="1">
                <a:solidFill>
                  <a:srgbClr val="70E6B1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70E6B1"/>
                </a:solidFill>
              </a:defRPr>
            </a:pPr>
            <a:r>
              <a:rPr sz="1800" b="1">
                <a:solidFill>
                  <a:srgbClr val="70E6B1"/>
                </a:solidFill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158FC1-E6F2-4F0D-B620-7B630E1D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4F8FF"/>
                </a:solidFill>
              </a:defRPr>
            </a:defPPr>
            <a:lvl1pPr algn="ctr">
              <a:defRPr sz="1650" b="1">
                <a:solidFill>
                  <a:srgbClr val="F4F8FF"/>
                </a:solidFill>
              </a:defRPr>
            </a:lvl1pPr>
            <a:lvl2pPr algn="ctr">
              <a:defRPr sz="1650" b="1">
                <a:solidFill>
                  <a:srgbClr val="F4F8FF"/>
                </a:solidFill>
              </a:defRPr>
            </a:lvl2pPr>
            <a:lvl3pPr algn="ctr">
              <a:defRPr sz="1650" b="1">
                <a:solidFill>
                  <a:srgbClr val="F4F8FF"/>
                </a:solidFill>
              </a:defRPr>
            </a:lvl3pPr>
            <a:lvl4pPr algn="ctr">
              <a:defRPr sz="1650" b="1">
                <a:solidFill>
                  <a:srgbClr val="F4F8FF"/>
                </a:solidFill>
              </a:defRPr>
            </a:lvl4pPr>
            <a:lvl5pPr algn="ctr">
              <a:defRPr sz="1650" b="1">
                <a:solidFill>
                  <a:srgbClr val="F4F8FF"/>
                </a:solidFill>
              </a:defRPr>
            </a:lvl5pPr>
            <a:lvl6pPr algn="ctr">
              <a:defRPr sz="1650" b="1">
                <a:solidFill>
                  <a:srgbClr val="F4F8FF"/>
                </a:solidFill>
              </a:defRPr>
            </a:lvl6pPr>
            <a:lvl7pPr algn="ctr">
              <a:defRPr sz="1650" b="1">
                <a:solidFill>
                  <a:srgbClr val="F4F8FF"/>
                </a:solidFill>
              </a:defRPr>
            </a:lvl7pPr>
            <a:lvl8pPr algn="ctr">
              <a:defRPr sz="1650" b="1">
                <a:solidFill>
                  <a:srgbClr val="F4F8FF"/>
                </a:solidFill>
              </a:defRPr>
            </a:lvl8pPr>
            <a:lvl9pPr algn="ctr">
              <a:defRPr sz="1650" b="1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4F8FF"/>
                </a:solidFill>
              </a:defRPr>
            </a:pPr>
            <a:r>
              <a:rPr sz="1650" b="1">
                <a:solidFill>
                  <a:srgbClr val="F4F8FF"/>
                </a:solidFill>
              </a:rPr>
              <a:t>The demo proves a negative outcome: corrupted evidence produces no financial side effect.</a:t>
            </a:r>
          </a:p>
        </p:txBody>
      </p:sp>
    </p:spTree>
    <p:extLst>
      <p:ext uri="{BB962C8B-B14F-4D97-AF65-F5344CB8AC3E}">
        <p14:creationId xmlns:p14="http://schemas.microsoft.com/office/powerpoint/2010/main" val="825240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0539BF-C981-4ED1-BD3D-DE3EDD72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5C7FF"/>
                </a:solidFill>
              </a:defRPr>
            </a:defPPr>
            <a:lvl1pPr algn="l">
              <a:defRPr sz="1050" b="1">
                <a:solidFill>
                  <a:srgbClr val="55C7FF"/>
                </a:solidFill>
              </a:defRPr>
            </a:lvl1pPr>
            <a:lvl2pPr algn="l">
              <a:defRPr sz="1050" b="1">
                <a:solidFill>
                  <a:srgbClr val="55C7FF"/>
                </a:solidFill>
              </a:defRPr>
            </a:lvl2pPr>
            <a:lvl3pPr algn="l">
              <a:defRPr sz="1050" b="1">
                <a:solidFill>
                  <a:srgbClr val="55C7FF"/>
                </a:solidFill>
              </a:defRPr>
            </a:lvl3pPr>
            <a:lvl4pPr algn="l">
              <a:defRPr sz="1050" b="1">
                <a:solidFill>
                  <a:srgbClr val="55C7FF"/>
                </a:solidFill>
              </a:defRPr>
            </a:lvl4pPr>
            <a:lvl5pPr algn="l">
              <a:defRPr sz="1050" b="1">
                <a:solidFill>
                  <a:srgbClr val="55C7FF"/>
                </a:solidFill>
              </a:defRPr>
            </a:lvl5pPr>
            <a:lvl6pPr algn="l">
              <a:defRPr sz="1050" b="1">
                <a:solidFill>
                  <a:srgbClr val="55C7FF"/>
                </a:solidFill>
              </a:defRPr>
            </a:lvl6pPr>
            <a:lvl7pPr algn="l">
              <a:defRPr sz="1050" b="1">
                <a:solidFill>
                  <a:srgbClr val="55C7FF"/>
                </a:solidFill>
              </a:defRPr>
            </a:lvl7pPr>
            <a:lvl8pPr algn="l">
              <a:defRPr sz="1050" b="1">
                <a:solidFill>
                  <a:srgbClr val="55C7FF"/>
                </a:solidFill>
              </a:defRPr>
            </a:lvl8pPr>
            <a:lvl9pPr algn="l">
              <a:defRPr sz="105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5C7FF"/>
                </a:solidFill>
              </a:defRPr>
            </a:pPr>
            <a:r>
              <a:rPr sz="1050" b="1">
                <a:solidFill>
                  <a:srgbClr val="55C7FF"/>
                </a:solidFill>
              </a:rPr>
              <a:t>OPEN AGENT HACKATHON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BF811-D310-4862-BC1A-4A61FF3A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8FF"/>
                </a:solidFill>
              </a:defRPr>
            </a:defPPr>
            <a:lvl1pPr algn="l">
              <a:defRPr sz="2550" b="1">
                <a:solidFill>
                  <a:srgbClr val="F4F8FF"/>
                </a:solidFill>
              </a:defRPr>
            </a:lvl1pPr>
            <a:lvl2pPr algn="l">
              <a:defRPr sz="2550" b="1">
                <a:solidFill>
                  <a:srgbClr val="F4F8FF"/>
                </a:solidFill>
              </a:defRPr>
            </a:lvl2pPr>
            <a:lvl3pPr algn="l">
              <a:defRPr sz="2550" b="1">
                <a:solidFill>
                  <a:srgbClr val="F4F8FF"/>
                </a:solidFill>
              </a:defRPr>
            </a:lvl3pPr>
            <a:lvl4pPr algn="l">
              <a:defRPr sz="2550" b="1">
                <a:solidFill>
                  <a:srgbClr val="F4F8FF"/>
                </a:solidFill>
              </a:defRPr>
            </a:lvl4pPr>
            <a:lvl5pPr algn="l">
              <a:defRPr sz="2550" b="1">
                <a:solidFill>
                  <a:srgbClr val="F4F8FF"/>
                </a:solidFill>
              </a:defRPr>
            </a:lvl5pPr>
            <a:lvl6pPr algn="l">
              <a:defRPr sz="2550" b="1">
                <a:solidFill>
                  <a:srgbClr val="F4F8FF"/>
                </a:solidFill>
              </a:defRPr>
            </a:lvl6pPr>
            <a:lvl7pPr algn="l">
              <a:defRPr sz="2550" b="1">
                <a:solidFill>
                  <a:srgbClr val="F4F8FF"/>
                </a:solidFill>
              </a:defRPr>
            </a:lvl7pPr>
            <a:lvl8pPr algn="l">
              <a:defRPr sz="2550" b="1">
                <a:solidFill>
                  <a:srgbClr val="F4F8FF"/>
                </a:solidFill>
              </a:defRPr>
            </a:lvl8pPr>
            <a:lvl9pPr algn="l">
              <a:defRPr sz="2550" b="1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8FF"/>
                </a:solidFill>
              </a:defRPr>
            </a:pPr>
            <a:r>
              <a:rPr sz="2550" b="1">
                <a:solidFill>
                  <a:srgbClr val="F4F8FF"/>
                </a:solidFill>
              </a:rPr>
              <a:t>Independent verification completed on the release candidate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13384-1A3B-42D4-BD76-2859DB2E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29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8B7CC"/>
                </a:solidFill>
              </a:defRPr>
            </a:defPPr>
            <a:lvl1pPr algn="r">
              <a:defRPr sz="1050" b="1">
                <a:solidFill>
                  <a:srgbClr val="A8B7CC"/>
                </a:solidFill>
              </a:defRPr>
            </a:lvl1pPr>
            <a:lvl2pPr algn="r">
              <a:defRPr sz="1050" b="1">
                <a:solidFill>
                  <a:srgbClr val="A8B7CC"/>
                </a:solidFill>
              </a:defRPr>
            </a:lvl2pPr>
            <a:lvl3pPr algn="r">
              <a:defRPr sz="1050" b="1">
                <a:solidFill>
                  <a:srgbClr val="A8B7CC"/>
                </a:solidFill>
              </a:defRPr>
            </a:lvl3pPr>
            <a:lvl4pPr algn="r">
              <a:defRPr sz="1050" b="1">
                <a:solidFill>
                  <a:srgbClr val="A8B7CC"/>
                </a:solidFill>
              </a:defRPr>
            </a:lvl4pPr>
            <a:lvl5pPr algn="r">
              <a:defRPr sz="1050" b="1">
                <a:solidFill>
                  <a:srgbClr val="A8B7CC"/>
                </a:solidFill>
              </a:defRPr>
            </a:lvl5pPr>
            <a:lvl6pPr algn="r">
              <a:defRPr sz="1050" b="1">
                <a:solidFill>
                  <a:srgbClr val="A8B7CC"/>
                </a:solidFill>
              </a:defRPr>
            </a:lvl6pPr>
            <a:lvl7pPr algn="r">
              <a:defRPr sz="1050" b="1">
                <a:solidFill>
                  <a:srgbClr val="A8B7CC"/>
                </a:solidFill>
              </a:defRPr>
            </a:lvl7pPr>
            <a:lvl8pPr algn="r">
              <a:defRPr sz="1050" b="1">
                <a:solidFill>
                  <a:srgbClr val="A8B7CC"/>
                </a:solidFill>
              </a:defRPr>
            </a:lvl8pPr>
            <a:lvl9pPr algn="r">
              <a:defRPr sz="1050" b="1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A8B7CC"/>
                </a:solidFill>
              </a:defRPr>
            </a:pPr>
            <a:r>
              <a:rPr sz="1050" b="1">
                <a:solidFill>
                  <a:srgbClr val="A8B7CC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7EBBE-14FE-4B2B-B0C4-EC6DA5B0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143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F1D33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1962B-951C-41C1-87A4-AB429A5E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55C7FF"/>
                </a:solidFill>
              </a:defRPr>
            </a:defPPr>
            <a:lvl1pPr algn="l">
              <a:defRPr sz="1200" b="1">
                <a:solidFill>
                  <a:srgbClr val="55C7FF"/>
                </a:solidFill>
              </a:defRPr>
            </a:lvl1pPr>
            <a:lvl2pPr algn="l">
              <a:defRPr sz="1200" b="1">
                <a:solidFill>
                  <a:srgbClr val="55C7FF"/>
                </a:solidFill>
              </a:defRPr>
            </a:lvl2pPr>
            <a:lvl3pPr algn="l">
              <a:defRPr sz="1200" b="1">
                <a:solidFill>
                  <a:srgbClr val="55C7FF"/>
                </a:solidFill>
              </a:defRPr>
            </a:lvl3pPr>
            <a:lvl4pPr algn="l">
              <a:defRPr sz="1200" b="1">
                <a:solidFill>
                  <a:srgbClr val="55C7FF"/>
                </a:solidFill>
              </a:defRPr>
            </a:lvl4pPr>
            <a:lvl5pPr algn="l">
              <a:defRPr sz="1200" b="1">
                <a:solidFill>
                  <a:srgbClr val="55C7FF"/>
                </a:solidFill>
              </a:defRPr>
            </a:lvl5pPr>
            <a:lvl6pPr algn="l">
              <a:defRPr sz="1200" b="1">
                <a:solidFill>
                  <a:srgbClr val="55C7FF"/>
                </a:solidFill>
              </a:defRPr>
            </a:lvl6pPr>
            <a:lvl7pPr algn="l">
              <a:defRPr sz="1200" b="1">
                <a:solidFill>
                  <a:srgbClr val="55C7FF"/>
                </a:solidFill>
              </a:defRPr>
            </a:lvl7pPr>
            <a:lvl8pPr algn="l">
              <a:defRPr sz="1200" b="1">
                <a:solidFill>
                  <a:srgbClr val="55C7FF"/>
                </a:solidFill>
              </a:defRPr>
            </a:lvl8pPr>
            <a:lvl9pPr algn="l">
              <a:defRPr sz="120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5C7FF"/>
                </a:solidFill>
              </a:defRPr>
            </a:pPr>
            <a:r>
              <a:rPr sz="1200" b="1">
                <a:solidFill>
                  <a:srgbClr val="55C7FF"/>
                </a:solidFill>
              </a:rPr>
              <a:t>PYTHON 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FC4CD-C21A-44BF-9E45-CAF0950E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70E6B1"/>
                </a:solidFill>
              </a:defRPr>
            </a:defPPr>
            <a:lvl1pPr algn="l">
              <a:defRPr sz="2250" b="1">
                <a:solidFill>
                  <a:srgbClr val="70E6B1"/>
                </a:solidFill>
              </a:defRPr>
            </a:lvl1pPr>
            <a:lvl2pPr algn="l">
              <a:defRPr sz="2250" b="1">
                <a:solidFill>
                  <a:srgbClr val="70E6B1"/>
                </a:solidFill>
              </a:defRPr>
            </a:lvl2pPr>
            <a:lvl3pPr algn="l">
              <a:defRPr sz="2250" b="1">
                <a:solidFill>
                  <a:srgbClr val="70E6B1"/>
                </a:solidFill>
              </a:defRPr>
            </a:lvl3pPr>
            <a:lvl4pPr algn="l">
              <a:defRPr sz="2250" b="1">
                <a:solidFill>
                  <a:srgbClr val="70E6B1"/>
                </a:solidFill>
              </a:defRPr>
            </a:lvl4pPr>
            <a:lvl5pPr algn="l">
              <a:defRPr sz="2250" b="1">
                <a:solidFill>
                  <a:srgbClr val="70E6B1"/>
                </a:solidFill>
              </a:defRPr>
            </a:lvl5pPr>
            <a:lvl6pPr algn="l">
              <a:defRPr sz="2250" b="1">
                <a:solidFill>
                  <a:srgbClr val="70E6B1"/>
                </a:solidFill>
              </a:defRPr>
            </a:lvl6pPr>
            <a:lvl7pPr algn="l">
              <a:defRPr sz="2250" b="1">
                <a:solidFill>
                  <a:srgbClr val="70E6B1"/>
                </a:solidFill>
              </a:defRPr>
            </a:lvl7pPr>
            <a:lvl8pPr algn="l">
              <a:defRPr sz="2250" b="1">
                <a:solidFill>
                  <a:srgbClr val="70E6B1"/>
                </a:solidFill>
              </a:defRPr>
            </a:lvl8pPr>
            <a:lvl9pPr algn="l">
              <a:defRPr sz="2250" b="1">
                <a:solidFill>
                  <a:srgbClr val="70E6B1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70E6B1"/>
                </a:solidFill>
              </a:defRPr>
            </a:pPr>
            <a:r>
              <a:rPr sz="2250" b="1">
                <a:solidFill>
                  <a:srgbClr val="70E6B1"/>
                </a:solidFill>
              </a:rPr>
              <a:t>10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B5194-2BA1-443B-8C7D-7A4463BD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8B7CC"/>
                </a:solidFill>
              </a:defRPr>
            </a:defPPr>
            <a:lvl1pPr algn="l">
              <a:defRPr sz="1350" b="0">
                <a:solidFill>
                  <a:srgbClr val="A8B7CC"/>
                </a:solidFill>
              </a:defRPr>
            </a:lvl1pPr>
            <a:lvl2pPr algn="l">
              <a:defRPr sz="1350" b="0">
                <a:solidFill>
                  <a:srgbClr val="A8B7CC"/>
                </a:solidFill>
              </a:defRPr>
            </a:lvl2pPr>
            <a:lvl3pPr algn="l">
              <a:defRPr sz="1350" b="0">
                <a:solidFill>
                  <a:srgbClr val="A8B7CC"/>
                </a:solidFill>
              </a:defRPr>
            </a:lvl3pPr>
            <a:lvl4pPr algn="l">
              <a:defRPr sz="1350" b="0">
                <a:solidFill>
                  <a:srgbClr val="A8B7CC"/>
                </a:solidFill>
              </a:defRPr>
            </a:lvl4pPr>
            <a:lvl5pPr algn="l">
              <a:defRPr sz="1350" b="0">
                <a:solidFill>
                  <a:srgbClr val="A8B7CC"/>
                </a:solidFill>
              </a:defRPr>
            </a:lvl5pPr>
            <a:lvl6pPr algn="l">
              <a:defRPr sz="1350" b="0">
                <a:solidFill>
                  <a:srgbClr val="A8B7CC"/>
                </a:solidFill>
              </a:defRPr>
            </a:lvl6pPr>
            <a:lvl7pPr algn="l">
              <a:defRPr sz="1350" b="0">
                <a:solidFill>
                  <a:srgbClr val="A8B7CC"/>
                </a:solidFill>
              </a:defRPr>
            </a:lvl7pPr>
            <a:lvl8pPr algn="l">
              <a:defRPr sz="1350" b="0">
                <a:solidFill>
                  <a:srgbClr val="A8B7CC"/>
                </a:solidFill>
              </a:defRPr>
            </a:lvl8pPr>
            <a:lvl9pPr algn="l">
              <a:defRPr sz="1350" b="0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7CC"/>
                </a:solidFill>
              </a:defRPr>
            </a:pPr>
            <a:r>
              <a:rPr sz="1350" b="0">
                <a:solidFill>
                  <a:srgbClr val="A8B7CC"/>
                </a:solidFill>
              </a:rPr>
              <a:t>canonical serialization and evidence gates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3BAD6-7D61-405F-9EFD-08547E39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6850"/>
            <a:ext cx="5143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F1D33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32703-8754-44E6-9D10-2D396A19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76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55C7FF"/>
                </a:solidFill>
              </a:defRPr>
            </a:defPPr>
            <a:lvl1pPr algn="l">
              <a:defRPr sz="1200" b="1">
                <a:solidFill>
                  <a:srgbClr val="55C7FF"/>
                </a:solidFill>
              </a:defRPr>
            </a:lvl1pPr>
            <a:lvl2pPr algn="l">
              <a:defRPr sz="1200" b="1">
                <a:solidFill>
                  <a:srgbClr val="55C7FF"/>
                </a:solidFill>
              </a:defRPr>
            </a:lvl2pPr>
            <a:lvl3pPr algn="l">
              <a:defRPr sz="1200" b="1">
                <a:solidFill>
                  <a:srgbClr val="55C7FF"/>
                </a:solidFill>
              </a:defRPr>
            </a:lvl3pPr>
            <a:lvl4pPr algn="l">
              <a:defRPr sz="1200" b="1">
                <a:solidFill>
                  <a:srgbClr val="55C7FF"/>
                </a:solidFill>
              </a:defRPr>
            </a:lvl4pPr>
            <a:lvl5pPr algn="l">
              <a:defRPr sz="1200" b="1">
                <a:solidFill>
                  <a:srgbClr val="55C7FF"/>
                </a:solidFill>
              </a:defRPr>
            </a:lvl5pPr>
            <a:lvl6pPr algn="l">
              <a:defRPr sz="1200" b="1">
                <a:solidFill>
                  <a:srgbClr val="55C7FF"/>
                </a:solidFill>
              </a:defRPr>
            </a:lvl6pPr>
            <a:lvl7pPr algn="l">
              <a:defRPr sz="1200" b="1">
                <a:solidFill>
                  <a:srgbClr val="55C7FF"/>
                </a:solidFill>
              </a:defRPr>
            </a:lvl7pPr>
            <a:lvl8pPr algn="l">
              <a:defRPr sz="1200" b="1">
                <a:solidFill>
                  <a:srgbClr val="55C7FF"/>
                </a:solidFill>
              </a:defRPr>
            </a:lvl8pPr>
            <a:lvl9pPr algn="l">
              <a:defRPr sz="120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5C7FF"/>
                </a:solidFill>
              </a:defRPr>
            </a:pPr>
            <a:r>
              <a:rPr sz="1200" b="1">
                <a:solidFill>
                  <a:srgbClr val="55C7FF"/>
                </a:solidFill>
              </a:rPr>
              <a:t>GOLDEN VECTORS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E4141-9300-4A85-B477-CA9BE6A1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193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70E6B1"/>
                </a:solidFill>
              </a:defRPr>
            </a:defPPr>
            <a:lvl1pPr algn="l">
              <a:defRPr sz="2250" b="1">
                <a:solidFill>
                  <a:srgbClr val="70E6B1"/>
                </a:solidFill>
              </a:defRPr>
            </a:lvl1pPr>
            <a:lvl2pPr algn="l">
              <a:defRPr sz="2250" b="1">
                <a:solidFill>
                  <a:srgbClr val="70E6B1"/>
                </a:solidFill>
              </a:defRPr>
            </a:lvl2pPr>
            <a:lvl3pPr algn="l">
              <a:defRPr sz="2250" b="1">
                <a:solidFill>
                  <a:srgbClr val="70E6B1"/>
                </a:solidFill>
              </a:defRPr>
            </a:lvl3pPr>
            <a:lvl4pPr algn="l">
              <a:defRPr sz="2250" b="1">
                <a:solidFill>
                  <a:srgbClr val="70E6B1"/>
                </a:solidFill>
              </a:defRPr>
            </a:lvl4pPr>
            <a:lvl5pPr algn="l">
              <a:defRPr sz="2250" b="1">
                <a:solidFill>
                  <a:srgbClr val="70E6B1"/>
                </a:solidFill>
              </a:defRPr>
            </a:lvl5pPr>
            <a:lvl6pPr algn="l">
              <a:defRPr sz="2250" b="1">
                <a:solidFill>
                  <a:srgbClr val="70E6B1"/>
                </a:solidFill>
              </a:defRPr>
            </a:lvl6pPr>
            <a:lvl7pPr algn="l">
              <a:defRPr sz="2250" b="1">
                <a:solidFill>
                  <a:srgbClr val="70E6B1"/>
                </a:solidFill>
              </a:defRPr>
            </a:lvl7pPr>
            <a:lvl8pPr algn="l">
              <a:defRPr sz="2250" b="1">
                <a:solidFill>
                  <a:srgbClr val="70E6B1"/>
                </a:solidFill>
              </a:defRPr>
            </a:lvl8pPr>
            <a:lvl9pPr algn="l">
              <a:defRPr sz="2250" b="1">
                <a:solidFill>
                  <a:srgbClr val="70E6B1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70E6B1"/>
                </a:solidFill>
              </a:defRPr>
            </a:pPr>
            <a:r>
              <a:rPr sz="2250" b="1">
                <a:solidFill>
                  <a:srgbClr val="70E6B1"/>
                </a:solidFill>
              </a:rPr>
              <a:t>40 / 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17169-4856-40EC-984B-47690C4D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00250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8B7CC"/>
                </a:solidFill>
              </a:defRPr>
            </a:defPPr>
            <a:lvl1pPr algn="l">
              <a:defRPr sz="1350" b="0">
                <a:solidFill>
                  <a:srgbClr val="A8B7CC"/>
                </a:solidFill>
              </a:defRPr>
            </a:lvl1pPr>
            <a:lvl2pPr algn="l">
              <a:defRPr sz="1350" b="0">
                <a:solidFill>
                  <a:srgbClr val="A8B7CC"/>
                </a:solidFill>
              </a:defRPr>
            </a:lvl2pPr>
            <a:lvl3pPr algn="l">
              <a:defRPr sz="1350" b="0">
                <a:solidFill>
                  <a:srgbClr val="A8B7CC"/>
                </a:solidFill>
              </a:defRPr>
            </a:lvl3pPr>
            <a:lvl4pPr algn="l">
              <a:defRPr sz="1350" b="0">
                <a:solidFill>
                  <a:srgbClr val="A8B7CC"/>
                </a:solidFill>
              </a:defRPr>
            </a:lvl4pPr>
            <a:lvl5pPr algn="l">
              <a:defRPr sz="1350" b="0">
                <a:solidFill>
                  <a:srgbClr val="A8B7CC"/>
                </a:solidFill>
              </a:defRPr>
            </a:lvl5pPr>
            <a:lvl6pPr algn="l">
              <a:defRPr sz="1350" b="0">
                <a:solidFill>
                  <a:srgbClr val="A8B7CC"/>
                </a:solidFill>
              </a:defRPr>
            </a:lvl6pPr>
            <a:lvl7pPr algn="l">
              <a:defRPr sz="1350" b="0">
                <a:solidFill>
                  <a:srgbClr val="A8B7CC"/>
                </a:solidFill>
              </a:defRPr>
            </a:lvl7pPr>
            <a:lvl8pPr algn="l">
              <a:defRPr sz="1350" b="0">
                <a:solidFill>
                  <a:srgbClr val="A8B7CC"/>
                </a:solidFill>
              </a:defRPr>
            </a:lvl8pPr>
            <a:lvl9pPr algn="l">
              <a:defRPr sz="1350" b="0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7CC"/>
                </a:solidFill>
              </a:defRPr>
            </a:pPr>
            <a:r>
              <a:rPr sz="1350" b="0">
                <a:solidFill>
                  <a:srgbClr val="A8B7CC"/>
                </a:solidFill>
              </a:rPr>
              <a:t>shared TS, Rust and Solidity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32BED-4C67-4842-9F4A-1687734B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143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F1D33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A3B8E-9B40-48A2-9E1A-41462403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55C7FF"/>
                </a:solidFill>
              </a:defRPr>
            </a:defPPr>
            <a:lvl1pPr algn="l">
              <a:defRPr sz="1200" b="1">
                <a:solidFill>
                  <a:srgbClr val="55C7FF"/>
                </a:solidFill>
              </a:defRPr>
            </a:lvl1pPr>
            <a:lvl2pPr algn="l">
              <a:defRPr sz="1200" b="1">
                <a:solidFill>
                  <a:srgbClr val="55C7FF"/>
                </a:solidFill>
              </a:defRPr>
            </a:lvl2pPr>
            <a:lvl3pPr algn="l">
              <a:defRPr sz="1200" b="1">
                <a:solidFill>
                  <a:srgbClr val="55C7FF"/>
                </a:solidFill>
              </a:defRPr>
            </a:lvl3pPr>
            <a:lvl4pPr algn="l">
              <a:defRPr sz="1200" b="1">
                <a:solidFill>
                  <a:srgbClr val="55C7FF"/>
                </a:solidFill>
              </a:defRPr>
            </a:lvl4pPr>
            <a:lvl5pPr algn="l">
              <a:defRPr sz="1200" b="1">
                <a:solidFill>
                  <a:srgbClr val="55C7FF"/>
                </a:solidFill>
              </a:defRPr>
            </a:lvl5pPr>
            <a:lvl6pPr algn="l">
              <a:defRPr sz="1200" b="1">
                <a:solidFill>
                  <a:srgbClr val="55C7FF"/>
                </a:solidFill>
              </a:defRPr>
            </a:lvl6pPr>
            <a:lvl7pPr algn="l">
              <a:defRPr sz="1200" b="1">
                <a:solidFill>
                  <a:srgbClr val="55C7FF"/>
                </a:solidFill>
              </a:defRPr>
            </a:lvl7pPr>
            <a:lvl8pPr algn="l">
              <a:defRPr sz="1200" b="1">
                <a:solidFill>
                  <a:srgbClr val="55C7FF"/>
                </a:solidFill>
              </a:defRPr>
            </a:lvl8pPr>
            <a:lvl9pPr algn="l">
              <a:defRPr sz="120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5C7FF"/>
                </a:solidFill>
              </a:defRPr>
            </a:pPr>
            <a:r>
              <a:rPr sz="1200" b="1">
                <a:solidFill>
                  <a:srgbClr val="55C7FF"/>
                </a:solidFill>
              </a:rPr>
              <a:t>RUST CANISTER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57943-7E51-440A-9DDF-1F269784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70E6B1"/>
                </a:solidFill>
              </a:defRPr>
            </a:defPPr>
            <a:lvl1pPr algn="l">
              <a:defRPr sz="2250" b="1">
                <a:solidFill>
                  <a:srgbClr val="70E6B1"/>
                </a:solidFill>
              </a:defRPr>
            </a:lvl1pPr>
            <a:lvl2pPr algn="l">
              <a:defRPr sz="2250" b="1">
                <a:solidFill>
                  <a:srgbClr val="70E6B1"/>
                </a:solidFill>
              </a:defRPr>
            </a:lvl2pPr>
            <a:lvl3pPr algn="l">
              <a:defRPr sz="2250" b="1">
                <a:solidFill>
                  <a:srgbClr val="70E6B1"/>
                </a:solidFill>
              </a:defRPr>
            </a:lvl3pPr>
            <a:lvl4pPr algn="l">
              <a:defRPr sz="2250" b="1">
                <a:solidFill>
                  <a:srgbClr val="70E6B1"/>
                </a:solidFill>
              </a:defRPr>
            </a:lvl4pPr>
            <a:lvl5pPr algn="l">
              <a:defRPr sz="2250" b="1">
                <a:solidFill>
                  <a:srgbClr val="70E6B1"/>
                </a:solidFill>
              </a:defRPr>
            </a:lvl5pPr>
            <a:lvl6pPr algn="l">
              <a:defRPr sz="2250" b="1">
                <a:solidFill>
                  <a:srgbClr val="70E6B1"/>
                </a:solidFill>
              </a:defRPr>
            </a:lvl6pPr>
            <a:lvl7pPr algn="l">
              <a:defRPr sz="2250" b="1">
                <a:solidFill>
                  <a:srgbClr val="70E6B1"/>
                </a:solidFill>
              </a:defRPr>
            </a:lvl7pPr>
            <a:lvl8pPr algn="l">
              <a:defRPr sz="2250" b="1">
                <a:solidFill>
                  <a:srgbClr val="70E6B1"/>
                </a:solidFill>
              </a:defRPr>
            </a:lvl8pPr>
            <a:lvl9pPr algn="l">
              <a:defRPr sz="2250" b="1">
                <a:solidFill>
                  <a:srgbClr val="70E6B1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70E6B1"/>
                </a:solidFill>
              </a:defRPr>
            </a:pPr>
            <a:r>
              <a:rPr sz="2250" b="1">
                <a:solidFill>
                  <a:srgbClr val="70E6B1"/>
                </a:solidFill>
              </a:rPr>
              <a:t>9 / 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DEAF3-0B5F-4D6A-8E2C-1250620B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8B7CC"/>
                </a:solidFill>
              </a:defRPr>
            </a:defPPr>
            <a:lvl1pPr algn="l">
              <a:defRPr sz="1350" b="0">
                <a:solidFill>
                  <a:srgbClr val="A8B7CC"/>
                </a:solidFill>
              </a:defRPr>
            </a:lvl1pPr>
            <a:lvl2pPr algn="l">
              <a:defRPr sz="1350" b="0">
                <a:solidFill>
                  <a:srgbClr val="A8B7CC"/>
                </a:solidFill>
              </a:defRPr>
            </a:lvl2pPr>
            <a:lvl3pPr algn="l">
              <a:defRPr sz="1350" b="0">
                <a:solidFill>
                  <a:srgbClr val="A8B7CC"/>
                </a:solidFill>
              </a:defRPr>
            </a:lvl3pPr>
            <a:lvl4pPr algn="l">
              <a:defRPr sz="1350" b="0">
                <a:solidFill>
                  <a:srgbClr val="A8B7CC"/>
                </a:solidFill>
              </a:defRPr>
            </a:lvl4pPr>
            <a:lvl5pPr algn="l">
              <a:defRPr sz="1350" b="0">
                <a:solidFill>
                  <a:srgbClr val="A8B7CC"/>
                </a:solidFill>
              </a:defRPr>
            </a:lvl5pPr>
            <a:lvl6pPr algn="l">
              <a:defRPr sz="1350" b="0">
                <a:solidFill>
                  <a:srgbClr val="A8B7CC"/>
                </a:solidFill>
              </a:defRPr>
            </a:lvl6pPr>
            <a:lvl7pPr algn="l">
              <a:defRPr sz="1350" b="0">
                <a:solidFill>
                  <a:srgbClr val="A8B7CC"/>
                </a:solidFill>
              </a:defRPr>
            </a:lvl7pPr>
            <a:lvl8pPr algn="l">
              <a:defRPr sz="1350" b="0">
                <a:solidFill>
                  <a:srgbClr val="A8B7CC"/>
                </a:solidFill>
              </a:defRPr>
            </a:lvl8pPr>
            <a:lvl9pPr algn="l">
              <a:defRPr sz="1350" b="0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7CC"/>
                </a:solidFill>
              </a:defRPr>
            </a:pPr>
            <a:r>
              <a:rPr sz="1350" b="0">
                <a:solidFill>
                  <a:srgbClr val="A8B7CC"/>
                </a:solidFill>
              </a:rPr>
              <a:t>tests plus clippy and fmt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976DD0-FEFC-4AE3-8857-5388E68D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5143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F1D33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18B39-19D0-4AFC-9C72-BE9700BE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86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55C7FF"/>
                </a:solidFill>
              </a:defRPr>
            </a:defPPr>
            <a:lvl1pPr algn="l">
              <a:defRPr sz="1200" b="1">
                <a:solidFill>
                  <a:srgbClr val="55C7FF"/>
                </a:solidFill>
              </a:defRPr>
            </a:lvl1pPr>
            <a:lvl2pPr algn="l">
              <a:defRPr sz="1200" b="1">
                <a:solidFill>
                  <a:srgbClr val="55C7FF"/>
                </a:solidFill>
              </a:defRPr>
            </a:lvl2pPr>
            <a:lvl3pPr algn="l">
              <a:defRPr sz="1200" b="1">
                <a:solidFill>
                  <a:srgbClr val="55C7FF"/>
                </a:solidFill>
              </a:defRPr>
            </a:lvl3pPr>
            <a:lvl4pPr algn="l">
              <a:defRPr sz="1200" b="1">
                <a:solidFill>
                  <a:srgbClr val="55C7FF"/>
                </a:solidFill>
              </a:defRPr>
            </a:lvl4pPr>
            <a:lvl5pPr algn="l">
              <a:defRPr sz="1200" b="1">
                <a:solidFill>
                  <a:srgbClr val="55C7FF"/>
                </a:solidFill>
              </a:defRPr>
            </a:lvl5pPr>
            <a:lvl6pPr algn="l">
              <a:defRPr sz="1200" b="1">
                <a:solidFill>
                  <a:srgbClr val="55C7FF"/>
                </a:solidFill>
              </a:defRPr>
            </a:lvl6pPr>
            <a:lvl7pPr algn="l">
              <a:defRPr sz="1200" b="1">
                <a:solidFill>
                  <a:srgbClr val="55C7FF"/>
                </a:solidFill>
              </a:defRPr>
            </a:lvl7pPr>
            <a:lvl8pPr algn="l">
              <a:defRPr sz="1200" b="1">
                <a:solidFill>
                  <a:srgbClr val="55C7FF"/>
                </a:solidFill>
              </a:defRPr>
            </a:lvl8pPr>
            <a:lvl9pPr algn="l">
              <a:defRPr sz="120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5C7FF"/>
                </a:solidFill>
              </a:defRPr>
            </a:pPr>
            <a:r>
              <a:rPr sz="1200" b="1">
                <a:solidFill>
                  <a:srgbClr val="55C7FF"/>
                </a:solidFill>
              </a:rPr>
              <a:t>AGENT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962A33-7721-477E-9B9A-6D9BED09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290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70E6B1"/>
                </a:solidFill>
              </a:defRPr>
            </a:defPPr>
            <a:lvl1pPr algn="l">
              <a:defRPr sz="2250" b="1">
                <a:solidFill>
                  <a:srgbClr val="70E6B1"/>
                </a:solidFill>
              </a:defRPr>
            </a:lvl1pPr>
            <a:lvl2pPr algn="l">
              <a:defRPr sz="2250" b="1">
                <a:solidFill>
                  <a:srgbClr val="70E6B1"/>
                </a:solidFill>
              </a:defRPr>
            </a:lvl2pPr>
            <a:lvl3pPr algn="l">
              <a:defRPr sz="2250" b="1">
                <a:solidFill>
                  <a:srgbClr val="70E6B1"/>
                </a:solidFill>
              </a:defRPr>
            </a:lvl3pPr>
            <a:lvl4pPr algn="l">
              <a:defRPr sz="2250" b="1">
                <a:solidFill>
                  <a:srgbClr val="70E6B1"/>
                </a:solidFill>
              </a:defRPr>
            </a:lvl4pPr>
            <a:lvl5pPr algn="l">
              <a:defRPr sz="2250" b="1">
                <a:solidFill>
                  <a:srgbClr val="70E6B1"/>
                </a:solidFill>
              </a:defRPr>
            </a:lvl5pPr>
            <a:lvl6pPr algn="l">
              <a:defRPr sz="2250" b="1">
                <a:solidFill>
                  <a:srgbClr val="70E6B1"/>
                </a:solidFill>
              </a:defRPr>
            </a:lvl6pPr>
            <a:lvl7pPr algn="l">
              <a:defRPr sz="2250" b="1">
                <a:solidFill>
                  <a:srgbClr val="70E6B1"/>
                </a:solidFill>
              </a:defRPr>
            </a:lvl7pPr>
            <a:lvl8pPr algn="l">
              <a:defRPr sz="2250" b="1">
                <a:solidFill>
                  <a:srgbClr val="70E6B1"/>
                </a:solidFill>
              </a:defRPr>
            </a:lvl8pPr>
            <a:lvl9pPr algn="l">
              <a:defRPr sz="2250" b="1">
                <a:solidFill>
                  <a:srgbClr val="70E6B1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70E6B1"/>
                </a:solidFill>
              </a:defRPr>
            </a:pPr>
            <a:r>
              <a:rPr sz="2250" b="1">
                <a:solidFill>
                  <a:srgbClr val="70E6B1"/>
                </a:solidFill>
              </a:rPr>
              <a:t>30 / 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EF1C8-2CFB-42D0-9339-F8B259CD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10000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8B7CC"/>
                </a:solidFill>
              </a:defRPr>
            </a:defPPr>
            <a:lvl1pPr algn="l">
              <a:defRPr sz="1350" b="0">
                <a:solidFill>
                  <a:srgbClr val="A8B7CC"/>
                </a:solidFill>
              </a:defRPr>
            </a:lvl1pPr>
            <a:lvl2pPr algn="l">
              <a:defRPr sz="1350" b="0">
                <a:solidFill>
                  <a:srgbClr val="A8B7CC"/>
                </a:solidFill>
              </a:defRPr>
            </a:lvl2pPr>
            <a:lvl3pPr algn="l">
              <a:defRPr sz="1350" b="0">
                <a:solidFill>
                  <a:srgbClr val="A8B7CC"/>
                </a:solidFill>
              </a:defRPr>
            </a:lvl3pPr>
            <a:lvl4pPr algn="l">
              <a:defRPr sz="1350" b="0">
                <a:solidFill>
                  <a:srgbClr val="A8B7CC"/>
                </a:solidFill>
              </a:defRPr>
            </a:lvl4pPr>
            <a:lvl5pPr algn="l">
              <a:defRPr sz="1350" b="0">
                <a:solidFill>
                  <a:srgbClr val="A8B7CC"/>
                </a:solidFill>
              </a:defRPr>
            </a:lvl5pPr>
            <a:lvl6pPr algn="l">
              <a:defRPr sz="1350" b="0">
                <a:solidFill>
                  <a:srgbClr val="A8B7CC"/>
                </a:solidFill>
              </a:defRPr>
            </a:lvl6pPr>
            <a:lvl7pPr algn="l">
              <a:defRPr sz="1350" b="0">
                <a:solidFill>
                  <a:srgbClr val="A8B7CC"/>
                </a:solidFill>
              </a:defRPr>
            </a:lvl7pPr>
            <a:lvl8pPr algn="l">
              <a:defRPr sz="1350" b="0">
                <a:solidFill>
                  <a:srgbClr val="A8B7CC"/>
                </a:solidFill>
              </a:defRPr>
            </a:lvl8pPr>
            <a:lvl9pPr algn="l">
              <a:defRPr sz="1350" b="0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8B7CC"/>
                </a:solidFill>
              </a:defRPr>
            </a:pPr>
            <a:r>
              <a:rPr sz="1350" b="0">
                <a:solidFill>
                  <a:srgbClr val="A8B7CC"/>
                </a:solidFill>
              </a:rPr>
              <a:t>Zetaris and H-MEM workflow plus fail-closed behavior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837850-1D60-475A-B6CB-4AD6FDA4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629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32641"/>
          </a:solidFill>
          <a:ln xmlns:a="http://schemas.openxmlformats.org/drawingml/2006/main" w="9525">
            <a:solidFill>
              <a:srgbClr val="70E6B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0F0AA3-5906-45E6-B568-717BC1D4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55C7FF"/>
                </a:solidFill>
              </a:defRPr>
            </a:defPPr>
            <a:lvl1pPr algn="l">
              <a:defRPr sz="1275" b="1">
                <a:solidFill>
                  <a:srgbClr val="55C7FF"/>
                </a:solidFill>
              </a:defRPr>
            </a:lvl1pPr>
            <a:lvl2pPr algn="l">
              <a:defRPr sz="1275" b="1">
                <a:solidFill>
                  <a:srgbClr val="55C7FF"/>
                </a:solidFill>
              </a:defRPr>
            </a:lvl2pPr>
            <a:lvl3pPr algn="l">
              <a:defRPr sz="1275" b="1">
                <a:solidFill>
                  <a:srgbClr val="55C7FF"/>
                </a:solidFill>
              </a:defRPr>
            </a:lvl3pPr>
            <a:lvl4pPr algn="l">
              <a:defRPr sz="1275" b="1">
                <a:solidFill>
                  <a:srgbClr val="55C7FF"/>
                </a:solidFill>
              </a:defRPr>
            </a:lvl4pPr>
            <a:lvl5pPr algn="l">
              <a:defRPr sz="1275" b="1">
                <a:solidFill>
                  <a:srgbClr val="55C7FF"/>
                </a:solidFill>
              </a:defRPr>
            </a:lvl5pPr>
            <a:lvl6pPr algn="l">
              <a:defRPr sz="1275" b="1">
                <a:solidFill>
                  <a:srgbClr val="55C7FF"/>
                </a:solidFill>
              </a:defRPr>
            </a:lvl6pPr>
            <a:lvl7pPr algn="l">
              <a:defRPr sz="1275" b="1">
                <a:solidFill>
                  <a:srgbClr val="55C7FF"/>
                </a:solidFill>
              </a:defRPr>
            </a:lvl7pPr>
            <a:lvl8pPr algn="l">
              <a:defRPr sz="1275" b="1">
                <a:solidFill>
                  <a:srgbClr val="55C7FF"/>
                </a:solidFill>
              </a:defRPr>
            </a:lvl8pPr>
            <a:lvl9pPr algn="l">
              <a:defRPr sz="1275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55C7FF"/>
                </a:solidFill>
              </a:defRPr>
            </a:pPr>
            <a:r>
              <a:rPr sz="1275" b="1">
                <a:solidFill>
                  <a:srgbClr val="55C7FF"/>
                </a:solidFill>
              </a:rPr>
              <a:t>FOUNDRY INVARIANTS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BBD28D-ED9F-4B8A-AE9C-DC9C36D7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149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800" b="1">
                <a:solidFill>
                  <a:srgbClr val="70E6B1"/>
                </a:solidFill>
              </a:defRPr>
            </a:defPPr>
            <a:lvl1pPr algn="r">
              <a:defRPr sz="1800" b="1">
                <a:solidFill>
                  <a:srgbClr val="70E6B1"/>
                </a:solidFill>
              </a:defRPr>
            </a:lvl1pPr>
            <a:lvl2pPr algn="r">
              <a:defRPr sz="1800" b="1">
                <a:solidFill>
                  <a:srgbClr val="70E6B1"/>
                </a:solidFill>
              </a:defRPr>
            </a:lvl2pPr>
            <a:lvl3pPr algn="r">
              <a:defRPr sz="1800" b="1">
                <a:solidFill>
                  <a:srgbClr val="70E6B1"/>
                </a:solidFill>
              </a:defRPr>
            </a:lvl3pPr>
            <a:lvl4pPr algn="r">
              <a:defRPr sz="1800" b="1">
                <a:solidFill>
                  <a:srgbClr val="70E6B1"/>
                </a:solidFill>
              </a:defRPr>
            </a:lvl4pPr>
            <a:lvl5pPr algn="r">
              <a:defRPr sz="1800" b="1">
                <a:solidFill>
                  <a:srgbClr val="70E6B1"/>
                </a:solidFill>
              </a:defRPr>
            </a:lvl5pPr>
            <a:lvl6pPr algn="r">
              <a:defRPr sz="1800" b="1">
                <a:solidFill>
                  <a:srgbClr val="70E6B1"/>
                </a:solidFill>
              </a:defRPr>
            </a:lvl6pPr>
            <a:lvl7pPr algn="r">
              <a:defRPr sz="1800" b="1">
                <a:solidFill>
                  <a:srgbClr val="70E6B1"/>
                </a:solidFill>
              </a:defRPr>
            </a:lvl7pPr>
            <a:lvl8pPr algn="r">
              <a:defRPr sz="1800" b="1">
                <a:solidFill>
                  <a:srgbClr val="70E6B1"/>
                </a:solidFill>
              </a:defRPr>
            </a:lvl8pPr>
            <a:lvl9pPr algn="r">
              <a:defRPr sz="1800" b="1">
                <a:solidFill>
                  <a:srgbClr val="70E6B1"/>
                </a:solidFill>
              </a:defRPr>
            </a:lvl9pPr>
          </a:lstStyle>
          <a:p xmlns:a="http://schemas.openxmlformats.org/drawingml/2006/main">
            <a:pPr algn="r">
              <a:defRPr sz="1800" b="1">
                <a:solidFill>
                  <a:srgbClr val="70E6B1"/>
                </a:solidFill>
              </a:defRPr>
            </a:pPr>
            <a:r>
              <a:rPr sz="1800" b="1">
                <a:solidFill>
                  <a:srgbClr val="70E6B1"/>
                </a:solidFill>
              </a:rPr>
              <a:t>500 runs  |  128,000 calls  |  0 reverts</a:t>
            </a:r>
          </a:p>
        </p:txBody>
      </p:sp>
    </p:spTree>
    <p:extLst>
      <p:ext uri="{BB962C8B-B14F-4D97-AF65-F5344CB8AC3E}">
        <p14:creationId xmlns:p14="http://schemas.microsoft.com/office/powerpoint/2010/main" val="12241305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52ED22-C932-43DC-B521-70F314B0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5C7FF"/>
                </a:solidFill>
              </a:defRPr>
            </a:defPPr>
            <a:lvl1pPr algn="l">
              <a:defRPr sz="1050" b="1">
                <a:solidFill>
                  <a:srgbClr val="55C7FF"/>
                </a:solidFill>
              </a:defRPr>
            </a:lvl1pPr>
            <a:lvl2pPr algn="l">
              <a:defRPr sz="1050" b="1">
                <a:solidFill>
                  <a:srgbClr val="55C7FF"/>
                </a:solidFill>
              </a:defRPr>
            </a:lvl2pPr>
            <a:lvl3pPr algn="l">
              <a:defRPr sz="1050" b="1">
                <a:solidFill>
                  <a:srgbClr val="55C7FF"/>
                </a:solidFill>
              </a:defRPr>
            </a:lvl3pPr>
            <a:lvl4pPr algn="l">
              <a:defRPr sz="1050" b="1">
                <a:solidFill>
                  <a:srgbClr val="55C7FF"/>
                </a:solidFill>
              </a:defRPr>
            </a:lvl4pPr>
            <a:lvl5pPr algn="l">
              <a:defRPr sz="1050" b="1">
                <a:solidFill>
                  <a:srgbClr val="55C7FF"/>
                </a:solidFill>
              </a:defRPr>
            </a:lvl5pPr>
            <a:lvl6pPr algn="l">
              <a:defRPr sz="1050" b="1">
                <a:solidFill>
                  <a:srgbClr val="55C7FF"/>
                </a:solidFill>
              </a:defRPr>
            </a:lvl6pPr>
            <a:lvl7pPr algn="l">
              <a:defRPr sz="1050" b="1">
                <a:solidFill>
                  <a:srgbClr val="55C7FF"/>
                </a:solidFill>
              </a:defRPr>
            </a:lvl7pPr>
            <a:lvl8pPr algn="l">
              <a:defRPr sz="1050" b="1">
                <a:solidFill>
                  <a:srgbClr val="55C7FF"/>
                </a:solidFill>
              </a:defRPr>
            </a:lvl8pPr>
            <a:lvl9pPr algn="l">
              <a:defRPr sz="1050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5C7FF"/>
                </a:solidFill>
              </a:defRPr>
            </a:pPr>
            <a:r>
              <a:rPr sz="1050" b="1">
                <a:solidFill>
                  <a:srgbClr val="55C7FF"/>
                </a:solidFill>
              </a:rPr>
              <a:t>OPEN AGENT HACKATHON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8353C-24C0-43A1-8D8A-38E79C32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4F8FF"/>
                </a:solidFill>
              </a:defRPr>
            </a:defPPr>
            <a:lvl1pPr algn="l">
              <a:defRPr sz="2550" b="1">
                <a:solidFill>
                  <a:srgbClr val="F4F8FF"/>
                </a:solidFill>
              </a:defRPr>
            </a:lvl1pPr>
            <a:lvl2pPr algn="l">
              <a:defRPr sz="2550" b="1">
                <a:solidFill>
                  <a:srgbClr val="F4F8FF"/>
                </a:solidFill>
              </a:defRPr>
            </a:lvl2pPr>
            <a:lvl3pPr algn="l">
              <a:defRPr sz="2550" b="1">
                <a:solidFill>
                  <a:srgbClr val="F4F8FF"/>
                </a:solidFill>
              </a:defRPr>
            </a:lvl3pPr>
            <a:lvl4pPr algn="l">
              <a:defRPr sz="2550" b="1">
                <a:solidFill>
                  <a:srgbClr val="F4F8FF"/>
                </a:solidFill>
              </a:defRPr>
            </a:lvl4pPr>
            <a:lvl5pPr algn="l">
              <a:defRPr sz="2550" b="1">
                <a:solidFill>
                  <a:srgbClr val="F4F8FF"/>
                </a:solidFill>
              </a:defRPr>
            </a:lvl5pPr>
            <a:lvl6pPr algn="l">
              <a:defRPr sz="2550" b="1">
                <a:solidFill>
                  <a:srgbClr val="F4F8FF"/>
                </a:solidFill>
              </a:defRPr>
            </a:lvl6pPr>
            <a:lvl7pPr algn="l">
              <a:defRPr sz="2550" b="1">
                <a:solidFill>
                  <a:srgbClr val="F4F8FF"/>
                </a:solidFill>
              </a:defRPr>
            </a:lvl7pPr>
            <a:lvl8pPr algn="l">
              <a:defRPr sz="2550" b="1">
                <a:solidFill>
                  <a:srgbClr val="F4F8FF"/>
                </a:solidFill>
              </a:defRPr>
            </a:lvl8pPr>
            <a:lvl9pPr algn="l">
              <a:defRPr sz="2550" b="1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4F8FF"/>
                </a:solidFill>
              </a:defRPr>
            </a:pPr>
            <a:r>
              <a:rPr sz="2550" b="1">
                <a:solidFill>
                  <a:srgbClr val="F4F8FF"/>
                </a:solidFill>
              </a:rPr>
              <a:t>Judge path and verification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A81E5-85A6-46E5-B607-AAB02A52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29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8B7CC"/>
                </a:solidFill>
              </a:defRPr>
            </a:defPPr>
            <a:lvl1pPr algn="r">
              <a:defRPr sz="1050" b="1">
                <a:solidFill>
                  <a:srgbClr val="A8B7CC"/>
                </a:solidFill>
              </a:defRPr>
            </a:lvl1pPr>
            <a:lvl2pPr algn="r">
              <a:defRPr sz="1050" b="1">
                <a:solidFill>
                  <a:srgbClr val="A8B7CC"/>
                </a:solidFill>
              </a:defRPr>
            </a:lvl2pPr>
            <a:lvl3pPr algn="r">
              <a:defRPr sz="1050" b="1">
                <a:solidFill>
                  <a:srgbClr val="A8B7CC"/>
                </a:solidFill>
              </a:defRPr>
            </a:lvl3pPr>
            <a:lvl4pPr algn="r">
              <a:defRPr sz="1050" b="1">
                <a:solidFill>
                  <a:srgbClr val="A8B7CC"/>
                </a:solidFill>
              </a:defRPr>
            </a:lvl4pPr>
            <a:lvl5pPr algn="r">
              <a:defRPr sz="1050" b="1">
                <a:solidFill>
                  <a:srgbClr val="A8B7CC"/>
                </a:solidFill>
              </a:defRPr>
            </a:lvl5pPr>
            <a:lvl6pPr algn="r">
              <a:defRPr sz="1050" b="1">
                <a:solidFill>
                  <a:srgbClr val="A8B7CC"/>
                </a:solidFill>
              </a:defRPr>
            </a:lvl6pPr>
            <a:lvl7pPr algn="r">
              <a:defRPr sz="1050" b="1">
                <a:solidFill>
                  <a:srgbClr val="A8B7CC"/>
                </a:solidFill>
              </a:defRPr>
            </a:lvl7pPr>
            <a:lvl8pPr algn="r">
              <a:defRPr sz="1050" b="1">
                <a:solidFill>
                  <a:srgbClr val="A8B7CC"/>
                </a:solidFill>
              </a:defRPr>
            </a:lvl8pPr>
            <a:lvl9pPr algn="r">
              <a:defRPr sz="1050" b="1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A8B7CC"/>
                </a:solidFill>
              </a:defRPr>
            </a:pPr>
            <a:r>
              <a:rPr sz="1050" b="1">
                <a:solidFill>
                  <a:srgbClr val="A8B7CC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C7A4D-1F80-49B4-92CF-823D31DA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6675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F1D33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310DA-CD29-4396-91E5-A42B72B1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55C7FF"/>
                </a:solidFill>
              </a:defRPr>
            </a:defPPr>
            <a:lvl1pPr algn="l">
              <a:defRPr sz="1725" b="1">
                <a:solidFill>
                  <a:srgbClr val="55C7FF"/>
                </a:solidFill>
              </a:defRPr>
            </a:lvl1pPr>
            <a:lvl2pPr algn="l">
              <a:defRPr sz="1725" b="1">
                <a:solidFill>
                  <a:srgbClr val="55C7FF"/>
                </a:solidFill>
              </a:defRPr>
            </a:lvl2pPr>
            <a:lvl3pPr algn="l">
              <a:defRPr sz="1725" b="1">
                <a:solidFill>
                  <a:srgbClr val="55C7FF"/>
                </a:solidFill>
              </a:defRPr>
            </a:lvl3pPr>
            <a:lvl4pPr algn="l">
              <a:defRPr sz="1725" b="1">
                <a:solidFill>
                  <a:srgbClr val="55C7FF"/>
                </a:solidFill>
              </a:defRPr>
            </a:lvl4pPr>
            <a:lvl5pPr algn="l">
              <a:defRPr sz="1725" b="1">
                <a:solidFill>
                  <a:srgbClr val="55C7FF"/>
                </a:solidFill>
              </a:defRPr>
            </a:lvl5pPr>
            <a:lvl6pPr algn="l">
              <a:defRPr sz="1725" b="1">
                <a:solidFill>
                  <a:srgbClr val="55C7FF"/>
                </a:solidFill>
              </a:defRPr>
            </a:lvl6pPr>
            <a:lvl7pPr algn="l">
              <a:defRPr sz="1725" b="1">
                <a:solidFill>
                  <a:srgbClr val="55C7FF"/>
                </a:solidFill>
              </a:defRPr>
            </a:lvl7pPr>
            <a:lvl8pPr algn="l">
              <a:defRPr sz="1725" b="1">
                <a:solidFill>
                  <a:srgbClr val="55C7FF"/>
                </a:solidFill>
              </a:defRPr>
            </a:lvl8pPr>
            <a:lvl9pPr algn="l">
              <a:defRPr sz="1725" b="1">
                <a:solidFill>
                  <a:srgbClr val="55C7FF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55C7FF"/>
                </a:solidFill>
              </a:defRPr>
            </a:pPr>
            <a:r>
              <a:rPr sz="1725" b="1">
                <a:solidFill>
                  <a:srgbClr val="55C7FF"/>
                </a:solidFill>
              </a:rPr>
              <a:t>Reproduce in under five minutes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C468C-B5C0-4E0B-AD50-3F6D06C7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4F8FF"/>
                </a:solidFill>
              </a:defRPr>
            </a:defPPr>
            <a:lvl1pPr algn="l">
              <a:defRPr sz="1500" b="1">
                <a:solidFill>
                  <a:srgbClr val="F4F8FF"/>
                </a:solidFill>
              </a:defRPr>
            </a:lvl1pPr>
            <a:lvl2pPr algn="l">
              <a:defRPr sz="1500" b="1">
                <a:solidFill>
                  <a:srgbClr val="F4F8FF"/>
                </a:solidFill>
              </a:defRPr>
            </a:lvl2pPr>
            <a:lvl3pPr algn="l">
              <a:defRPr sz="1500" b="1">
                <a:solidFill>
                  <a:srgbClr val="F4F8FF"/>
                </a:solidFill>
              </a:defRPr>
            </a:lvl3pPr>
            <a:lvl4pPr algn="l">
              <a:defRPr sz="1500" b="1">
                <a:solidFill>
                  <a:srgbClr val="F4F8FF"/>
                </a:solidFill>
              </a:defRPr>
            </a:lvl4pPr>
            <a:lvl5pPr algn="l">
              <a:defRPr sz="1500" b="1">
                <a:solidFill>
                  <a:srgbClr val="F4F8FF"/>
                </a:solidFill>
              </a:defRPr>
            </a:lvl5pPr>
            <a:lvl6pPr algn="l">
              <a:defRPr sz="1500" b="1">
                <a:solidFill>
                  <a:srgbClr val="F4F8FF"/>
                </a:solidFill>
              </a:defRPr>
            </a:lvl6pPr>
            <a:lvl7pPr algn="l">
              <a:defRPr sz="1500" b="1">
                <a:solidFill>
                  <a:srgbClr val="F4F8FF"/>
                </a:solidFill>
              </a:defRPr>
            </a:lvl7pPr>
            <a:lvl8pPr algn="l">
              <a:defRPr sz="1500" b="1">
                <a:solidFill>
                  <a:srgbClr val="F4F8FF"/>
                </a:solidFill>
              </a:defRPr>
            </a:lvl8pPr>
            <a:lvl9pPr algn="l">
              <a:defRPr sz="1500" b="1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F"/>
                </a:solidFill>
              </a:defRPr>
            </a:pPr>
            <a:r>
              <a:rPr sz="1500" b="1">
                <a:solidFill>
                  <a:srgbClr val="F4F8FF"/>
                </a:solidFill>
              </a:rPr>
              <a:t>python3 -m unittest discover -s tests -v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B08EE-D86E-4125-B6BC-8C9ED59F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4F8FF"/>
                </a:solidFill>
              </a:defRPr>
            </a:defPPr>
            <a:lvl1pPr algn="l">
              <a:defRPr sz="1500" b="1">
                <a:solidFill>
                  <a:srgbClr val="F4F8FF"/>
                </a:solidFill>
              </a:defRPr>
            </a:lvl1pPr>
            <a:lvl2pPr algn="l">
              <a:defRPr sz="1500" b="1">
                <a:solidFill>
                  <a:srgbClr val="F4F8FF"/>
                </a:solidFill>
              </a:defRPr>
            </a:lvl2pPr>
            <a:lvl3pPr algn="l">
              <a:defRPr sz="1500" b="1">
                <a:solidFill>
                  <a:srgbClr val="F4F8FF"/>
                </a:solidFill>
              </a:defRPr>
            </a:lvl3pPr>
            <a:lvl4pPr algn="l">
              <a:defRPr sz="1500" b="1">
                <a:solidFill>
                  <a:srgbClr val="F4F8FF"/>
                </a:solidFill>
              </a:defRPr>
            </a:lvl4pPr>
            <a:lvl5pPr algn="l">
              <a:defRPr sz="1500" b="1">
                <a:solidFill>
                  <a:srgbClr val="F4F8FF"/>
                </a:solidFill>
              </a:defRPr>
            </a:lvl5pPr>
            <a:lvl6pPr algn="l">
              <a:defRPr sz="1500" b="1">
                <a:solidFill>
                  <a:srgbClr val="F4F8FF"/>
                </a:solidFill>
              </a:defRPr>
            </a:lvl6pPr>
            <a:lvl7pPr algn="l">
              <a:defRPr sz="1500" b="1">
                <a:solidFill>
                  <a:srgbClr val="F4F8FF"/>
                </a:solidFill>
              </a:defRPr>
            </a:lvl7pPr>
            <a:lvl8pPr algn="l">
              <a:defRPr sz="1500" b="1">
                <a:solidFill>
                  <a:srgbClr val="F4F8FF"/>
                </a:solidFill>
              </a:defRPr>
            </a:lvl8pPr>
            <a:lvl9pPr algn="l">
              <a:defRPr sz="1500" b="1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F"/>
                </a:solidFill>
              </a:defRPr>
            </a:pPr>
            <a:r>
              <a:rPr sz="1500" b="1">
                <a:solidFill>
                  <a:srgbClr val="F4F8FF"/>
                </a:solidFill>
              </a:rPr>
              <a:t>python3 vectors/verify_golden_vectors.py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CD2DB-0B9E-435A-B311-503CFF40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4F8FF"/>
                </a:solidFill>
              </a:defRPr>
            </a:defPPr>
            <a:lvl1pPr algn="l">
              <a:defRPr sz="1500" b="1">
                <a:solidFill>
                  <a:srgbClr val="F4F8FF"/>
                </a:solidFill>
              </a:defRPr>
            </a:lvl1pPr>
            <a:lvl2pPr algn="l">
              <a:defRPr sz="1500" b="1">
                <a:solidFill>
                  <a:srgbClr val="F4F8FF"/>
                </a:solidFill>
              </a:defRPr>
            </a:lvl2pPr>
            <a:lvl3pPr algn="l">
              <a:defRPr sz="1500" b="1">
                <a:solidFill>
                  <a:srgbClr val="F4F8FF"/>
                </a:solidFill>
              </a:defRPr>
            </a:lvl3pPr>
            <a:lvl4pPr algn="l">
              <a:defRPr sz="1500" b="1">
                <a:solidFill>
                  <a:srgbClr val="F4F8FF"/>
                </a:solidFill>
              </a:defRPr>
            </a:lvl4pPr>
            <a:lvl5pPr algn="l">
              <a:defRPr sz="1500" b="1">
                <a:solidFill>
                  <a:srgbClr val="F4F8FF"/>
                </a:solidFill>
              </a:defRPr>
            </a:lvl5pPr>
            <a:lvl6pPr algn="l">
              <a:defRPr sz="1500" b="1">
                <a:solidFill>
                  <a:srgbClr val="F4F8FF"/>
                </a:solidFill>
              </a:defRPr>
            </a:lvl6pPr>
            <a:lvl7pPr algn="l">
              <a:defRPr sz="1500" b="1">
                <a:solidFill>
                  <a:srgbClr val="F4F8FF"/>
                </a:solidFill>
              </a:defRPr>
            </a:lvl7pPr>
            <a:lvl8pPr algn="l">
              <a:defRPr sz="1500" b="1">
                <a:solidFill>
                  <a:srgbClr val="F4F8FF"/>
                </a:solidFill>
              </a:defRPr>
            </a:lvl8pPr>
            <a:lvl9pPr algn="l">
              <a:defRPr sz="1500" b="1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F"/>
                </a:solidFill>
              </a:defRPr>
            </a:pPr>
            <a:r>
              <a:rPr sz="1500" b="1">
                <a:solidFill>
                  <a:srgbClr val="F4F8FF"/>
                </a:solidFill>
              </a:rPr>
              <a:t>cargo test --locked --offline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4F903-531C-4238-BA2F-D59BB65C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4F8FF"/>
                </a:solidFill>
              </a:defRPr>
            </a:defPPr>
            <a:lvl1pPr algn="l">
              <a:defRPr sz="1350" b="1">
                <a:solidFill>
                  <a:srgbClr val="F4F8FF"/>
                </a:solidFill>
              </a:defRPr>
            </a:lvl1pPr>
            <a:lvl2pPr algn="l">
              <a:defRPr sz="1350" b="1">
                <a:solidFill>
                  <a:srgbClr val="F4F8FF"/>
                </a:solidFill>
              </a:defRPr>
            </a:lvl2pPr>
            <a:lvl3pPr algn="l">
              <a:defRPr sz="1350" b="1">
                <a:solidFill>
                  <a:srgbClr val="F4F8FF"/>
                </a:solidFill>
              </a:defRPr>
            </a:lvl3pPr>
            <a:lvl4pPr algn="l">
              <a:defRPr sz="1350" b="1">
                <a:solidFill>
                  <a:srgbClr val="F4F8FF"/>
                </a:solidFill>
              </a:defRPr>
            </a:lvl4pPr>
            <a:lvl5pPr algn="l">
              <a:defRPr sz="1350" b="1">
                <a:solidFill>
                  <a:srgbClr val="F4F8FF"/>
                </a:solidFill>
              </a:defRPr>
            </a:lvl5pPr>
            <a:lvl6pPr algn="l">
              <a:defRPr sz="1350" b="1">
                <a:solidFill>
                  <a:srgbClr val="F4F8FF"/>
                </a:solidFill>
              </a:defRPr>
            </a:lvl6pPr>
            <a:lvl7pPr algn="l">
              <a:defRPr sz="1350" b="1">
                <a:solidFill>
                  <a:srgbClr val="F4F8FF"/>
                </a:solidFill>
              </a:defRPr>
            </a:lvl7pPr>
            <a:lvl8pPr algn="l">
              <a:defRPr sz="1350" b="1">
                <a:solidFill>
                  <a:srgbClr val="F4F8FF"/>
                </a:solidFill>
              </a:defRPr>
            </a:lvl8pPr>
            <a:lvl9pPr algn="l">
              <a:defRPr sz="1350" b="1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4F8FF"/>
                </a:solidFill>
              </a:defRPr>
            </a:pPr>
            <a:r>
              <a:rPr sz="1350" b="1">
                <a:solidFill>
                  <a:srgbClr val="F4F8FF"/>
                </a:solidFill>
              </a:rPr>
              <a:t>forge test --match-contract EscrowInvariantTest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C6B22-B455-4969-ADF8-75CD7235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66850"/>
            <a:ext cx="3848100" cy="40005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13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908BE-8B9E-46D0-8126-E9715E29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70E6B1"/>
                </a:solidFill>
              </a:defRPr>
            </a:defPPr>
            <a:lvl1pPr algn="l">
              <a:defRPr sz="1725" b="1">
                <a:solidFill>
                  <a:srgbClr val="70E6B1"/>
                </a:solidFill>
              </a:defRPr>
            </a:lvl1pPr>
            <a:lvl2pPr algn="l">
              <a:defRPr sz="1725" b="1">
                <a:solidFill>
                  <a:srgbClr val="70E6B1"/>
                </a:solidFill>
              </a:defRPr>
            </a:lvl2pPr>
            <a:lvl3pPr algn="l">
              <a:defRPr sz="1725" b="1">
                <a:solidFill>
                  <a:srgbClr val="70E6B1"/>
                </a:solidFill>
              </a:defRPr>
            </a:lvl3pPr>
            <a:lvl4pPr algn="l">
              <a:defRPr sz="1725" b="1">
                <a:solidFill>
                  <a:srgbClr val="70E6B1"/>
                </a:solidFill>
              </a:defRPr>
            </a:lvl4pPr>
            <a:lvl5pPr algn="l">
              <a:defRPr sz="1725" b="1">
                <a:solidFill>
                  <a:srgbClr val="70E6B1"/>
                </a:solidFill>
              </a:defRPr>
            </a:lvl5pPr>
            <a:lvl6pPr algn="l">
              <a:defRPr sz="1725" b="1">
                <a:solidFill>
                  <a:srgbClr val="70E6B1"/>
                </a:solidFill>
              </a:defRPr>
            </a:lvl6pPr>
            <a:lvl7pPr algn="l">
              <a:defRPr sz="1725" b="1">
                <a:solidFill>
                  <a:srgbClr val="70E6B1"/>
                </a:solidFill>
              </a:defRPr>
            </a:lvl7pPr>
            <a:lvl8pPr algn="l">
              <a:defRPr sz="1725" b="1">
                <a:solidFill>
                  <a:srgbClr val="70E6B1"/>
                </a:solidFill>
              </a:defRPr>
            </a:lvl8pPr>
            <a:lvl9pPr algn="l">
              <a:defRPr sz="1725" b="1">
                <a:solidFill>
                  <a:srgbClr val="70E6B1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70E6B1"/>
                </a:solidFill>
              </a:defRPr>
            </a:pPr>
            <a:r>
              <a:rPr sz="1725" b="1">
                <a:solidFill>
                  <a:srgbClr val="70E6B1"/>
                </a:solidFill>
              </a:rPr>
              <a:t>Evidence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DB7A4-8387-4DAA-BEF4-9A6D525A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A8B7CC"/>
                </a:solidFill>
              </a:defRPr>
            </a:defPPr>
            <a:lvl1pPr algn="l">
              <a:defRPr sz="1350" b="1">
                <a:solidFill>
                  <a:srgbClr val="A8B7CC"/>
                </a:solidFill>
              </a:defRPr>
            </a:lvl1pPr>
            <a:lvl2pPr algn="l">
              <a:defRPr sz="1350" b="1">
                <a:solidFill>
                  <a:srgbClr val="A8B7CC"/>
                </a:solidFill>
              </a:defRPr>
            </a:lvl2pPr>
            <a:lvl3pPr algn="l">
              <a:defRPr sz="1350" b="1">
                <a:solidFill>
                  <a:srgbClr val="A8B7CC"/>
                </a:solidFill>
              </a:defRPr>
            </a:lvl3pPr>
            <a:lvl4pPr algn="l">
              <a:defRPr sz="1350" b="1">
                <a:solidFill>
                  <a:srgbClr val="A8B7CC"/>
                </a:solidFill>
              </a:defRPr>
            </a:lvl4pPr>
            <a:lvl5pPr algn="l">
              <a:defRPr sz="1350" b="1">
                <a:solidFill>
                  <a:srgbClr val="A8B7CC"/>
                </a:solidFill>
              </a:defRPr>
            </a:lvl5pPr>
            <a:lvl6pPr algn="l">
              <a:defRPr sz="1350" b="1">
                <a:solidFill>
                  <a:srgbClr val="A8B7CC"/>
                </a:solidFill>
              </a:defRPr>
            </a:lvl6pPr>
            <a:lvl7pPr algn="l">
              <a:defRPr sz="1350" b="1">
                <a:solidFill>
                  <a:srgbClr val="A8B7CC"/>
                </a:solidFill>
              </a:defRPr>
            </a:lvl7pPr>
            <a:lvl8pPr algn="l">
              <a:defRPr sz="1350" b="1">
                <a:solidFill>
                  <a:srgbClr val="A8B7CC"/>
                </a:solidFill>
              </a:defRPr>
            </a:lvl8pPr>
            <a:lvl9pPr algn="l">
              <a:defRPr sz="1350" b="1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B7CC"/>
                </a:solidFill>
              </a:defRPr>
            </a:pPr>
            <a:r>
              <a:rPr sz="1350" b="1">
                <a:solidFill>
                  <a:srgbClr val="A8B7CC"/>
                </a:solidFill>
              </a:rPr>
              <a:t>Sponsor execution verified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2592A-5097-41A8-810F-11F7E81B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3143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F4F8FF"/>
                </a:solidFill>
              </a:defRPr>
            </a:defPPr>
            <a:lvl1pPr algn="l">
              <a:defRPr sz="1425" b="0">
                <a:solidFill>
                  <a:srgbClr val="F4F8FF"/>
                </a:solidFill>
              </a:defRPr>
            </a:lvl1pPr>
            <a:lvl2pPr algn="l">
              <a:defRPr sz="1425" b="0">
                <a:solidFill>
                  <a:srgbClr val="F4F8FF"/>
                </a:solidFill>
              </a:defRPr>
            </a:lvl2pPr>
            <a:lvl3pPr algn="l">
              <a:defRPr sz="1425" b="0">
                <a:solidFill>
                  <a:srgbClr val="F4F8FF"/>
                </a:solidFill>
              </a:defRPr>
            </a:lvl3pPr>
            <a:lvl4pPr algn="l">
              <a:defRPr sz="1425" b="0">
                <a:solidFill>
                  <a:srgbClr val="F4F8FF"/>
                </a:solidFill>
              </a:defRPr>
            </a:lvl4pPr>
            <a:lvl5pPr algn="l">
              <a:defRPr sz="1425" b="0">
                <a:solidFill>
                  <a:srgbClr val="F4F8FF"/>
                </a:solidFill>
              </a:defRPr>
            </a:lvl5pPr>
            <a:lvl6pPr algn="l">
              <a:defRPr sz="1425" b="0">
                <a:solidFill>
                  <a:srgbClr val="F4F8FF"/>
                </a:solidFill>
              </a:defRPr>
            </a:lvl6pPr>
            <a:lvl7pPr algn="l">
              <a:defRPr sz="1425" b="0">
                <a:solidFill>
                  <a:srgbClr val="F4F8FF"/>
                </a:solidFill>
              </a:defRPr>
            </a:lvl7pPr>
            <a:lvl8pPr algn="l">
              <a:defRPr sz="1425" b="0">
                <a:solidFill>
                  <a:srgbClr val="F4F8FF"/>
                </a:solidFill>
              </a:defRPr>
            </a:lvl8pPr>
            <a:lvl9pPr algn="l">
              <a:defRPr sz="1425" b="0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F8FF"/>
                </a:solidFill>
              </a:defRPr>
            </a:pPr>
            <a:r>
              <a:rPr sz="1425" b="0">
                <a:solidFill>
                  <a:srgbClr val="F4F8FF"/>
                </a:solidFill>
              </a:rPr>
              <a:t>Zetaris verifier 9/9 and live SQL JOIN. Meterless H-MEM conformance 13/13.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D5C5E-1251-457B-998B-62835885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FCC66"/>
                </a:solidFill>
              </a:defRPr>
            </a:defPPr>
            <a:lvl1pPr algn="l">
              <a:defRPr sz="1350" b="1">
                <a:solidFill>
                  <a:srgbClr val="FFCC66"/>
                </a:solidFill>
              </a:defRPr>
            </a:lvl1pPr>
            <a:lvl2pPr algn="l">
              <a:defRPr sz="1350" b="1">
                <a:solidFill>
                  <a:srgbClr val="FFCC66"/>
                </a:solidFill>
              </a:defRPr>
            </a:lvl2pPr>
            <a:lvl3pPr algn="l">
              <a:defRPr sz="1350" b="1">
                <a:solidFill>
                  <a:srgbClr val="FFCC66"/>
                </a:solidFill>
              </a:defRPr>
            </a:lvl3pPr>
            <a:lvl4pPr algn="l">
              <a:defRPr sz="1350" b="1">
                <a:solidFill>
                  <a:srgbClr val="FFCC66"/>
                </a:solidFill>
              </a:defRPr>
            </a:lvl4pPr>
            <a:lvl5pPr algn="l">
              <a:defRPr sz="1350" b="1">
                <a:solidFill>
                  <a:srgbClr val="FFCC66"/>
                </a:solidFill>
              </a:defRPr>
            </a:lvl5pPr>
            <a:lvl6pPr algn="l">
              <a:defRPr sz="1350" b="1">
                <a:solidFill>
                  <a:srgbClr val="FFCC66"/>
                </a:solidFill>
              </a:defRPr>
            </a:lvl6pPr>
            <a:lvl7pPr algn="l">
              <a:defRPr sz="1350" b="1">
                <a:solidFill>
                  <a:srgbClr val="FFCC66"/>
                </a:solidFill>
              </a:defRPr>
            </a:lvl7pPr>
            <a:lvl8pPr algn="l">
              <a:defRPr sz="1350" b="1">
                <a:solidFill>
                  <a:srgbClr val="FFCC66"/>
                </a:solidFill>
              </a:defRPr>
            </a:lvl8pPr>
            <a:lvl9pPr algn="l">
              <a:defRPr sz="1350" b="1">
                <a:solidFill>
                  <a:srgbClr val="FFCC66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CC66"/>
                </a:solidFill>
              </a:defRPr>
            </a:pPr>
            <a:r>
              <a:rPr sz="1350" b="1">
                <a:solidFill>
                  <a:srgbClr val="FFCC66"/>
                </a:solidFill>
              </a:rPr>
              <a:t>Deployment 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6B328-C749-48FC-B7C6-51CDA598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81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F4F8FF"/>
                </a:solidFill>
              </a:defRPr>
            </a:defPPr>
            <a:lvl1pPr algn="l">
              <a:defRPr sz="1350" b="0">
                <a:solidFill>
                  <a:srgbClr val="F4F8FF"/>
                </a:solidFill>
              </a:defRPr>
            </a:lvl1pPr>
            <a:lvl2pPr algn="l">
              <a:defRPr sz="1350" b="0">
                <a:solidFill>
                  <a:srgbClr val="F4F8FF"/>
                </a:solidFill>
              </a:defRPr>
            </a:lvl2pPr>
            <a:lvl3pPr algn="l">
              <a:defRPr sz="1350" b="0">
                <a:solidFill>
                  <a:srgbClr val="F4F8FF"/>
                </a:solidFill>
              </a:defRPr>
            </a:lvl3pPr>
            <a:lvl4pPr algn="l">
              <a:defRPr sz="1350" b="0">
                <a:solidFill>
                  <a:srgbClr val="F4F8FF"/>
                </a:solidFill>
              </a:defRPr>
            </a:lvl4pPr>
            <a:lvl5pPr algn="l">
              <a:defRPr sz="1350" b="0">
                <a:solidFill>
                  <a:srgbClr val="F4F8FF"/>
                </a:solidFill>
              </a:defRPr>
            </a:lvl5pPr>
            <a:lvl6pPr algn="l">
              <a:defRPr sz="1350" b="0">
                <a:solidFill>
                  <a:srgbClr val="F4F8FF"/>
                </a:solidFill>
              </a:defRPr>
            </a:lvl6pPr>
            <a:lvl7pPr algn="l">
              <a:defRPr sz="1350" b="0">
                <a:solidFill>
                  <a:srgbClr val="F4F8FF"/>
                </a:solidFill>
              </a:defRPr>
            </a:lvl7pPr>
            <a:lvl8pPr algn="l">
              <a:defRPr sz="1350" b="0">
                <a:solidFill>
                  <a:srgbClr val="F4F8FF"/>
                </a:solidFill>
              </a:defRPr>
            </a:lvl8pPr>
            <a:lvl9pPr algn="l">
              <a:defRPr sz="1350" b="0">
                <a:solidFill>
                  <a:srgbClr val="F4F8FF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4F8FF"/>
                </a:solidFill>
              </a:defRPr>
            </a:pPr>
            <a:r>
              <a:rPr sz="1350" b="0">
                <a:solidFill>
                  <a:srgbClr val="F4F8FF"/>
                </a:solidFill>
              </a:rPr>
              <a:t>ICP and Base modules verified locally, not represented as production deployments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5315A-B801-4BFB-A1F7-37F0A853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A8B7CC"/>
                </a:solidFill>
              </a:defRPr>
            </a:defPPr>
            <a:lvl1pPr algn="ctr">
              <a:defRPr sz="1350" b="1">
                <a:solidFill>
                  <a:srgbClr val="A8B7CC"/>
                </a:solidFill>
              </a:defRPr>
            </a:lvl1pPr>
            <a:lvl2pPr algn="ctr">
              <a:defRPr sz="1350" b="1">
                <a:solidFill>
                  <a:srgbClr val="A8B7CC"/>
                </a:solidFill>
              </a:defRPr>
            </a:lvl2pPr>
            <a:lvl3pPr algn="ctr">
              <a:defRPr sz="1350" b="1">
                <a:solidFill>
                  <a:srgbClr val="A8B7CC"/>
                </a:solidFill>
              </a:defRPr>
            </a:lvl3pPr>
            <a:lvl4pPr algn="ctr">
              <a:defRPr sz="1350" b="1">
                <a:solidFill>
                  <a:srgbClr val="A8B7CC"/>
                </a:solidFill>
              </a:defRPr>
            </a:lvl4pPr>
            <a:lvl5pPr algn="ctr">
              <a:defRPr sz="1350" b="1">
                <a:solidFill>
                  <a:srgbClr val="A8B7CC"/>
                </a:solidFill>
              </a:defRPr>
            </a:lvl5pPr>
            <a:lvl6pPr algn="ctr">
              <a:defRPr sz="1350" b="1">
                <a:solidFill>
                  <a:srgbClr val="A8B7CC"/>
                </a:solidFill>
              </a:defRPr>
            </a:lvl6pPr>
            <a:lvl7pPr algn="ctr">
              <a:defRPr sz="1350" b="1">
                <a:solidFill>
                  <a:srgbClr val="A8B7CC"/>
                </a:solidFill>
              </a:defRPr>
            </a:lvl7pPr>
            <a:lvl8pPr algn="ctr">
              <a:defRPr sz="1350" b="1">
                <a:solidFill>
                  <a:srgbClr val="A8B7CC"/>
                </a:solidFill>
              </a:defRPr>
            </a:lvl8pPr>
            <a:lvl9pPr algn="ctr">
              <a:defRPr sz="1350" b="1">
                <a:solidFill>
                  <a:srgbClr val="A8B7CC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A8B7CC"/>
                </a:solidFill>
              </a:defRPr>
            </a:pPr>
            <a:r>
              <a:rPr sz="1350" b="1">
                <a:solidFill>
                  <a:srgbClr val="A8B7CC"/>
                </a:solidFill>
              </a:rPr>
              <a:t>Track 02 submission  •  Source, tests and disclosure included</a:t>
            </a:r>
          </a:p>
        </p:txBody>
      </p:sp>
    </p:spTree>
    <p:extLst>
      <p:ext uri="{BB962C8B-B14F-4D97-AF65-F5344CB8AC3E}">
        <p14:creationId xmlns:p14="http://schemas.microsoft.com/office/powerpoint/2010/main" val="8215082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2026-10-25T22:47:31.9600000Z</dcterms:created>
  <dcterms:modified xsi:type="dcterms:W3CDTF">2026-10-25T22:47:31.9600000Z</dcterms:modified>
</coreProperties>
</file>